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5"/>
  </p:notesMasterIdLst>
  <p:handoutMasterIdLst>
    <p:handoutMasterId r:id="rId6"/>
  </p:handoutMasterIdLst>
  <p:sldIdLst>
    <p:sldId id="459" r:id="rId2"/>
    <p:sldId id="507" r:id="rId3"/>
    <p:sldId id="508" r:id="rId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737" autoAdjust="0"/>
  </p:normalViewPr>
  <p:slideViewPr>
    <p:cSldViewPr>
      <p:cViewPr varScale="1">
        <p:scale>
          <a:sx n="69" d="100"/>
          <a:sy n="69" d="100"/>
        </p:scale>
        <p:origin x="141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646"/>
    </p:cViewPr>
  </p:sorterViewPr>
  <p:notesViewPr>
    <p:cSldViewPr>
      <p:cViewPr>
        <p:scale>
          <a:sx n="244" d="100"/>
          <a:sy n="244" d="100"/>
        </p:scale>
        <p:origin x="3108" y="-7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/>
          <p:cNvSpPr txBox="1">
            <a:spLocks/>
          </p:cNvSpPr>
          <p:nvPr/>
        </p:nvSpPr>
        <p:spPr>
          <a:xfrm>
            <a:off x="5105400" y="457201"/>
            <a:ext cx="807610" cy="479733"/>
          </a:xfrm>
          <a:prstGeom prst="rect">
            <a:avLst/>
          </a:prstGeom>
        </p:spPr>
        <p:txBody>
          <a:bodyPr vert="horz" lIns="94679" tIns="47340" rIns="94679" bIns="47340" rtlCol="0" anchor="b"/>
          <a:lstStyle>
            <a:lvl1pPr algn="r">
              <a:defRPr sz="1200"/>
            </a:lvl1pPr>
          </a:lstStyle>
          <a:p>
            <a:pPr defTabSz="914277">
              <a:defRPr/>
            </a:pPr>
            <a:r>
              <a:rPr lang="en-US" dirty="0" smtClean="0"/>
              <a:t>Lesson 6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0060"/>
          </a:xfrm>
          <a:prstGeom prst="rect">
            <a:avLst/>
          </a:prstGeom>
        </p:spPr>
        <p:txBody>
          <a:bodyPr vert="horz" lIns="96630" tIns="48315" rIns="96630" bIns="483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3"/>
            <a:ext cx="3169920" cy="480060"/>
          </a:xfrm>
          <a:prstGeom prst="rect">
            <a:avLst/>
          </a:prstGeom>
        </p:spPr>
        <p:txBody>
          <a:bodyPr vert="horz" lIns="96630" tIns="48315" rIns="96630" bIns="48315" rtlCol="0"/>
          <a:lstStyle>
            <a:lvl1pPr algn="r">
              <a:defRPr sz="1200"/>
            </a:lvl1pPr>
          </a:lstStyle>
          <a:p>
            <a:fld id="{D6F1FBE4-56C0-47D7-B906-1319BD82D4B1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0" tIns="48315" rIns="96630" bIns="483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6630" tIns="48315" rIns="96630" bIns="48315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6"/>
            <a:ext cx="3169920" cy="480060"/>
          </a:xfrm>
          <a:prstGeom prst="rect">
            <a:avLst/>
          </a:prstGeom>
        </p:spPr>
        <p:txBody>
          <a:bodyPr vert="horz" lIns="96630" tIns="48315" rIns="96630" bIns="483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6"/>
            <a:ext cx="3169920" cy="480060"/>
          </a:xfrm>
          <a:prstGeom prst="rect">
            <a:avLst/>
          </a:prstGeom>
        </p:spPr>
        <p:txBody>
          <a:bodyPr vert="horz" lIns="96630" tIns="48315" rIns="96630" bIns="48315" rtlCol="0" anchor="b"/>
          <a:lstStyle>
            <a:lvl1pPr algn="r">
              <a:defRPr sz="1200"/>
            </a:lvl1pPr>
          </a:lstStyle>
          <a:p>
            <a:fld id="{1F9A6427-4B89-4869-AD7F-4EE0EAB8230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D848-5FF4-453E-9FBE-6E972F836038}" type="datetime1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7A042-E02F-4D13-9079-28240E5E6B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8DEF9-AA33-4F37-BF3B-9E3E394F82B3}" type="datetime1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7A042-E02F-4D13-9079-28240E5E6B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0B82D-88B3-43FF-8284-B41754C9E227}" type="datetime1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7A042-E02F-4D13-9079-28240E5E6B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2223-399B-4107-A243-9259AB7371F1}" type="datetime1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7A042-E02F-4D13-9079-28240E5E6B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6BFFC-C7B5-4104-A753-4C2946DBBED1}" type="datetime1">
              <a:rPr lang="en-US" smtClean="0"/>
              <a:pPr/>
              <a:t>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7A042-E02F-4D13-9079-28240E5E6B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2E9F-CCB3-4A9A-90B7-05F5E373733B}" type="datetime1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7A042-E02F-4D13-9079-28240E5E6B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67A042-E02F-4D13-9079-28240E5E6B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F607-6676-4285-9F64-BCFBB4CB9B89}" type="datetime1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7A042-E02F-4D13-9079-28240E5E6B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C7B3C-04DF-4F26-9298-7FDAB1068745}" type="datetime1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7A042-E02F-4D13-9079-28240E5E6B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F9173-95CF-438A-B4A1-DC443357F96C}" type="datetime1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7A042-E02F-4D13-9079-28240E5E6B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1AA73-F668-4FB3-BA8D-CC5480664D10}" type="datetime1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7A042-E02F-4D13-9079-28240E5E6B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78AAC-F3F5-4181-BE35-602017ED542A}" type="datetime1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7A042-E02F-4D13-9079-28240E5E6B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ode.google.com/policies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reativecommons.org/licenses/by/3.0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A4C643"/>
          </a:solidFill>
          <a:ln>
            <a:solidFill>
              <a:srgbClr val="A4C6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70485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143000" y="990600"/>
            <a:ext cx="7772400" cy="561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60A8"/>
                </a:solidFill>
                <a:latin typeface="Arial Rounded MT Bold" pitchFamily="34" charset="0"/>
              </a:rPr>
              <a:t>Lesson </a:t>
            </a:r>
            <a:r>
              <a:rPr lang="en-US" sz="4800" dirty="0" smtClean="0">
                <a:solidFill>
                  <a:srgbClr val="0060A8"/>
                </a:solidFill>
                <a:latin typeface="Arial Rounded MT Bold" pitchFamily="34" charset="0"/>
              </a:rPr>
              <a:t>Layout</a:t>
            </a:r>
            <a:endParaRPr lang="en-US" sz="4800" dirty="0" smtClean="0">
              <a:solidFill>
                <a:srgbClr val="0060A8"/>
              </a:solidFill>
              <a:latin typeface="Arial Rounded MT Bold" pitchFamily="34" charset="0"/>
            </a:endParaRPr>
          </a:p>
          <a:p>
            <a:endParaRPr lang="en-US" sz="4800" dirty="0" smtClean="0">
              <a:solidFill>
                <a:srgbClr val="0060A8"/>
              </a:solidFill>
              <a:latin typeface="Arial Rounded MT Bold" pitchFamily="34" charset="0"/>
            </a:endParaRPr>
          </a:p>
          <a:p>
            <a:r>
              <a:rPr lang="en-US" sz="4800" dirty="0" smtClean="0">
                <a:solidFill>
                  <a:srgbClr val="0060A8"/>
                </a:solidFill>
                <a:latin typeface="Arial Rounded MT Bold" pitchFamily="34" charset="0"/>
              </a:rPr>
              <a:t>Layout Example</a:t>
            </a:r>
            <a:endParaRPr lang="en-US" sz="4800" dirty="0" smtClean="0">
              <a:solidFill>
                <a:srgbClr val="0060A8"/>
              </a:solidFill>
              <a:latin typeface="Arial Rounded MT Bold" pitchFamily="34" charset="0"/>
            </a:endParaRPr>
          </a:p>
          <a:p>
            <a:endParaRPr lang="en-US" sz="4800" dirty="0" smtClean="0">
              <a:solidFill>
                <a:srgbClr val="0060A8"/>
              </a:solidFill>
              <a:latin typeface="Arial Rounded MT Bold" pitchFamily="34" charset="0"/>
            </a:endParaRPr>
          </a:p>
          <a:p>
            <a:endParaRPr lang="en-US" sz="4800" dirty="0" smtClean="0">
              <a:solidFill>
                <a:srgbClr val="0060A8"/>
              </a:solidFill>
              <a:latin typeface="Arial Rounded MT Bold" pitchFamily="34" charset="0"/>
            </a:endParaRPr>
          </a:p>
          <a:p>
            <a:endParaRPr lang="en-US" sz="11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000" b="1" dirty="0" smtClean="0"/>
              <a:t>Victor Matos</a:t>
            </a:r>
          </a:p>
          <a:p>
            <a:r>
              <a:rPr lang="en-US" sz="2000" dirty="0" smtClean="0"/>
              <a:t>Cleveland State University</a:t>
            </a:r>
            <a:endParaRPr lang="en-US" sz="1100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1100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1100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1100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11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1200" dirty="0" smtClean="0"/>
              <a:t>Portions of this page are reproduced from work created and </a:t>
            </a:r>
            <a:r>
              <a:rPr lang="en-US" sz="1200" u="sng" dirty="0" smtClean="0">
                <a:hlinkClick r:id="rId3"/>
              </a:rPr>
              <a:t>shared by Google</a:t>
            </a:r>
            <a:r>
              <a:rPr lang="en-US" sz="1200" dirty="0" smtClean="0"/>
              <a:t> and used according to terms </a:t>
            </a:r>
          </a:p>
          <a:p>
            <a:r>
              <a:rPr lang="en-US" sz="1200" dirty="0" smtClean="0"/>
              <a:t>described in the </a:t>
            </a:r>
            <a:r>
              <a:rPr lang="en-US" sz="1200" u="sng" dirty="0" smtClean="0">
                <a:hlinkClick r:id="rId4"/>
              </a:rPr>
              <a:t>Creative Commons 3.0 Attribution License</a:t>
            </a:r>
            <a:r>
              <a:rPr lang="en-US" sz="1200" dirty="0" smtClean="0"/>
              <a:t>. </a:t>
            </a: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1891" y="381000"/>
            <a:ext cx="854825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r>
              <a:rPr lang="en-US" sz="1400" dirty="0"/>
              <a:t>protected void </a:t>
            </a:r>
            <a:r>
              <a:rPr lang="en-US" sz="1400" dirty="0" err="1"/>
              <a:t>onCreate</a:t>
            </a:r>
            <a:r>
              <a:rPr lang="en-US" sz="1400" dirty="0"/>
              <a:t>(Bundle </a:t>
            </a:r>
            <a:r>
              <a:rPr lang="en-US" sz="1400" dirty="0" err="1"/>
              <a:t>savedInstanceState</a:t>
            </a:r>
            <a:r>
              <a:rPr lang="en-US" sz="1400" dirty="0"/>
              <a:t>) {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super.onCreate</a:t>
            </a:r>
            <a:r>
              <a:rPr lang="en-US" sz="1400" dirty="0"/>
              <a:t>(</a:t>
            </a:r>
            <a:r>
              <a:rPr lang="en-US" sz="1400" dirty="0" err="1"/>
              <a:t>savedInstanceState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ImageView</a:t>
            </a:r>
            <a:r>
              <a:rPr lang="en-US" sz="1400" dirty="0"/>
              <a:t> </a:t>
            </a:r>
            <a:r>
              <a:rPr lang="en-US" sz="1400" dirty="0" err="1"/>
              <a:t>imageView</a:t>
            </a:r>
            <a:r>
              <a:rPr lang="en-US" sz="1400" dirty="0"/>
              <a:t> = new </a:t>
            </a:r>
            <a:r>
              <a:rPr lang="en-US" sz="1400" dirty="0" err="1"/>
              <a:t>ImageView</a:t>
            </a:r>
            <a:r>
              <a:rPr lang="en-US" sz="1400" dirty="0"/>
              <a:t>(this);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imageView.setImageResource</a:t>
            </a:r>
            <a:r>
              <a:rPr lang="en-US" sz="1400" dirty="0"/>
              <a:t>(</a:t>
            </a:r>
            <a:r>
              <a:rPr lang="en-US" sz="1400" dirty="0" err="1"/>
              <a:t>R.drawable.img_name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imageView.setScaleType</a:t>
            </a:r>
            <a:r>
              <a:rPr lang="en-US" sz="1400" dirty="0"/>
              <a:t>(</a:t>
            </a:r>
            <a:r>
              <a:rPr lang="en-US" sz="1400" dirty="0" err="1"/>
              <a:t>ImageView.ScaleType.FIT_XY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imageView.setLayoutParams</a:t>
            </a:r>
            <a:r>
              <a:rPr lang="en-US" sz="1400" dirty="0"/>
              <a:t>(new </a:t>
            </a:r>
            <a:r>
              <a:rPr lang="en-US" sz="1400" dirty="0" err="1"/>
              <a:t>FrameLayout.LayoutParams</a:t>
            </a:r>
            <a:r>
              <a:rPr lang="en-US" sz="1400" dirty="0"/>
              <a:t>(</a:t>
            </a:r>
            <a:r>
              <a:rPr lang="en-US" sz="1400" dirty="0" err="1"/>
              <a:t>FrameLayout.LayoutParams.MATCH_PARENT</a:t>
            </a:r>
            <a:r>
              <a:rPr lang="en-US" sz="1400" dirty="0"/>
              <a:t>,</a:t>
            </a:r>
          </a:p>
          <a:p>
            <a:r>
              <a:rPr lang="en-US" sz="1400" dirty="0"/>
              <a:t>                </a:t>
            </a:r>
            <a:r>
              <a:rPr lang="en-US" sz="1400" dirty="0" err="1"/>
              <a:t>RelativeLayout.LayoutParams.MATCH_PARENT</a:t>
            </a:r>
            <a:r>
              <a:rPr lang="en-US" sz="1400" dirty="0"/>
              <a:t>));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TextView</a:t>
            </a:r>
            <a:r>
              <a:rPr lang="en-US" sz="1400" dirty="0"/>
              <a:t> textView1 = new </a:t>
            </a:r>
            <a:r>
              <a:rPr lang="en-US" sz="1400" dirty="0" err="1"/>
              <a:t>TextView</a:t>
            </a:r>
            <a:r>
              <a:rPr lang="en-US" sz="1400" dirty="0"/>
              <a:t>(this);</a:t>
            </a:r>
          </a:p>
          <a:p>
            <a:r>
              <a:rPr lang="en-US" sz="1400" dirty="0"/>
              <a:t>        textView1.setText("</a:t>
            </a:r>
            <a:r>
              <a:rPr lang="en-US" sz="1400" dirty="0" err="1"/>
              <a:t>abhiAndroid</a:t>
            </a:r>
            <a:r>
              <a:rPr lang="en-US" sz="1400" dirty="0"/>
              <a:t>");</a:t>
            </a:r>
          </a:p>
          <a:p>
            <a:r>
              <a:rPr lang="en-US" sz="1400" dirty="0"/>
              <a:t>        textView1.setTextSize(30);</a:t>
            </a:r>
          </a:p>
          <a:p>
            <a:r>
              <a:rPr lang="en-US" sz="1400" dirty="0"/>
              <a:t>        textView1.setGravity(</a:t>
            </a:r>
            <a:r>
              <a:rPr lang="en-US" sz="1400" dirty="0" err="1"/>
              <a:t>Gravity.CENTER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textView1.setTextColor(</a:t>
            </a:r>
            <a:r>
              <a:rPr lang="en-US" sz="1400" dirty="0" err="1"/>
              <a:t>Color.parseColor</a:t>
            </a:r>
            <a:r>
              <a:rPr lang="en-US" sz="1400" dirty="0"/>
              <a:t>("#f3f3f3"));</a:t>
            </a:r>
          </a:p>
          <a:p>
            <a:r>
              <a:rPr lang="en-US" sz="1400" dirty="0"/>
              <a:t>        textView1.setTypeface(null, </a:t>
            </a:r>
            <a:r>
              <a:rPr lang="en-US" sz="1400" dirty="0" err="1"/>
              <a:t>Typeface.BOLD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textView1.setLayoutParams(new </a:t>
            </a:r>
            <a:r>
              <a:rPr lang="en-US" sz="1400" dirty="0" err="1"/>
              <a:t>FrameLayout.LayoutParams</a:t>
            </a:r>
            <a:r>
              <a:rPr lang="en-US" sz="1400" dirty="0"/>
              <a:t>(</a:t>
            </a:r>
            <a:r>
              <a:rPr lang="en-US" sz="1400" dirty="0" err="1"/>
              <a:t>FrameLayout.LayoutParams.MATCH_PARENT</a:t>
            </a:r>
            <a:r>
              <a:rPr lang="en-US" sz="1400" dirty="0"/>
              <a:t>,</a:t>
            </a:r>
          </a:p>
          <a:p>
            <a:r>
              <a:rPr lang="en-US" sz="1400" dirty="0"/>
              <a:t>                </a:t>
            </a:r>
            <a:r>
              <a:rPr lang="en-US" sz="1400" dirty="0" err="1"/>
              <a:t>RelativeLayout.LayoutParams.MATCH_PARENT</a:t>
            </a:r>
            <a:r>
              <a:rPr lang="en-US" sz="1400" dirty="0"/>
              <a:t>));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FrameLayout.LayoutParams</a:t>
            </a:r>
            <a:r>
              <a:rPr lang="en-US" sz="1400" dirty="0"/>
              <a:t> lp1 = new </a:t>
            </a:r>
            <a:r>
              <a:rPr lang="en-US" sz="1400" dirty="0" err="1"/>
              <a:t>FrameLayout.LayoutParams</a:t>
            </a:r>
            <a:r>
              <a:rPr lang="en-US" sz="1400" dirty="0"/>
              <a:t>(</a:t>
            </a:r>
            <a:r>
              <a:rPr lang="en-US" sz="1400" dirty="0" err="1"/>
              <a:t>FrameLayout.LayoutParams.MATCH_PARENT</a:t>
            </a:r>
            <a:r>
              <a:rPr lang="en-US" sz="1400" dirty="0"/>
              <a:t>, </a:t>
            </a:r>
            <a:r>
              <a:rPr lang="en-US" sz="1400" dirty="0" err="1"/>
              <a:t>FrameLayout.LayoutParams.WRAP_CONTENT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lp1.setMargins(0,20,0,0);</a:t>
            </a:r>
          </a:p>
          <a:p>
            <a:r>
              <a:rPr lang="en-US" sz="1400" dirty="0"/>
              <a:t>        textView1.setLayoutParams(lp1</a:t>
            </a:r>
            <a:r>
              <a:rPr lang="en-US" sz="1400" dirty="0" smtClean="0"/>
              <a:t>);</a:t>
            </a:r>
            <a:endParaRPr lang="en-US" sz="1400" dirty="0"/>
          </a:p>
          <a:p>
            <a:r>
              <a:rPr lang="en-US" sz="1400" dirty="0" smtClean="0"/>
              <a:t>       //</a:t>
            </a:r>
            <a:r>
              <a:rPr lang="en-US" sz="1400" dirty="0"/>
              <a:t>Initializing frame </a:t>
            </a:r>
            <a:r>
              <a:rPr lang="en-US" sz="1400" dirty="0" smtClean="0"/>
              <a:t>layout </a:t>
            </a:r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FrameLayout</a:t>
            </a:r>
            <a:r>
              <a:rPr lang="en-US" sz="1400" dirty="0"/>
              <a:t> </a:t>
            </a:r>
            <a:r>
              <a:rPr lang="en-US" sz="1400" dirty="0" err="1"/>
              <a:t>framelayout</a:t>
            </a:r>
            <a:r>
              <a:rPr lang="en-US" sz="1400" dirty="0"/>
              <a:t> = new </a:t>
            </a:r>
            <a:r>
              <a:rPr lang="en-US" sz="1400" dirty="0" err="1"/>
              <a:t>FrameLayout</a:t>
            </a:r>
            <a:r>
              <a:rPr lang="en-US" sz="1400" dirty="0"/>
              <a:t>(this);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framelayout.setLayoutParams</a:t>
            </a:r>
            <a:r>
              <a:rPr lang="en-US" sz="1400" dirty="0"/>
              <a:t>(new </a:t>
            </a:r>
            <a:r>
              <a:rPr lang="en-US" sz="1400" dirty="0" err="1"/>
              <a:t>AbsListView.LayoutParams</a:t>
            </a:r>
            <a:r>
              <a:rPr lang="en-US" sz="1400" dirty="0"/>
              <a:t>(</a:t>
            </a:r>
            <a:r>
              <a:rPr lang="en-US" sz="1400" dirty="0" err="1"/>
              <a:t>FrameLayout.LayoutParams.MATCH_PARENT</a:t>
            </a:r>
            <a:r>
              <a:rPr lang="en-US" sz="1400" dirty="0"/>
              <a:t>,</a:t>
            </a:r>
          </a:p>
          <a:p>
            <a:r>
              <a:rPr lang="en-US" sz="1400" dirty="0"/>
              <a:t>                </a:t>
            </a:r>
            <a:r>
              <a:rPr lang="en-US" sz="1400" dirty="0" err="1"/>
              <a:t>FrameLayout.LayoutParams.MATCH_PARENT</a:t>
            </a:r>
            <a:r>
              <a:rPr lang="en-US" sz="1400" dirty="0"/>
              <a:t>));</a:t>
            </a:r>
          </a:p>
          <a:p>
            <a:r>
              <a:rPr lang="en-US" sz="1400" dirty="0" smtClean="0"/>
              <a:t>       //</a:t>
            </a:r>
            <a:r>
              <a:rPr lang="en-US" sz="1400" dirty="0"/>
              <a:t>Adding views to </a:t>
            </a:r>
            <a:r>
              <a:rPr lang="en-US" sz="1400" dirty="0" err="1" smtClean="0"/>
              <a:t>FrameLayout</a:t>
            </a:r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framelayout.addView</a:t>
            </a:r>
            <a:r>
              <a:rPr lang="en-US" sz="1400" dirty="0"/>
              <a:t>(</a:t>
            </a:r>
            <a:r>
              <a:rPr lang="en-US" sz="1400" dirty="0" err="1"/>
              <a:t>imageView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framelayout.addView</a:t>
            </a:r>
            <a:r>
              <a:rPr lang="en-US" sz="1400" dirty="0"/>
              <a:t>(textView1);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setContentView</a:t>
            </a:r>
            <a:r>
              <a:rPr lang="en-US" sz="1400" dirty="0"/>
              <a:t>(</a:t>
            </a:r>
            <a:r>
              <a:rPr lang="en-US" sz="1400" dirty="0" err="1"/>
              <a:t>framelayout</a:t>
            </a:r>
            <a:r>
              <a:rPr lang="en-US" sz="1400" dirty="0"/>
              <a:t>);</a:t>
            </a:r>
          </a:p>
          <a:p>
            <a:r>
              <a:rPr lang="en-US" sz="1400" dirty="0"/>
              <a:t>    }</a:t>
            </a:r>
            <a:endParaRPr lang="en-US" sz="14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81891" y="0"/>
            <a:ext cx="861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Frame Layout </a:t>
            </a: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programmatically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/>
              <a:t>6 - </a:t>
            </a:r>
            <a:fld id="{24FBCB89-110A-4F0B-8B5B-A6EDDC51C6E1}" type="slidenum">
              <a:rPr lang="en-US" sz="1400" smtClean="0"/>
              <a:pPr algn="r"/>
              <a:t>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6793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1225689"/>
            <a:ext cx="8001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endParaRPr lang="en-US" sz="2400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152400"/>
            <a:ext cx="861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Linear Layout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/>
              <a:t>6 - </a:t>
            </a:r>
            <a:fld id="{24FBCB89-110A-4F0B-8B5B-A6EDDC51C6E1}" type="slidenum">
              <a:rPr lang="en-US" sz="1400" smtClean="0"/>
              <a:pPr algn="r"/>
              <a:t>3</a:t>
            </a:fld>
            <a:endParaRPr lang="en-US" sz="1400" dirty="0"/>
          </a:p>
        </p:txBody>
      </p:sp>
      <p:pic>
        <p:nvPicPr>
          <p:cNvPr id="2050" name="Picture 2" descr="https://i0.wp.com/appsnipp.com/wp-content/uploads/2019/03/mockup-iphone-thin-1.png?resize=288%2C592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881252"/>
            <a:ext cx="3352800" cy="590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28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30818</TotalTime>
  <Words>163</Words>
  <Application>Microsoft Office PowerPoint</Application>
  <PresentationFormat>On-screen Show (4:3)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Development</dc:title>
  <dc:creator>V.Matos</dc:creator>
  <cp:lastModifiedBy>WIN10</cp:lastModifiedBy>
  <cp:revision>864</cp:revision>
  <dcterms:created xsi:type="dcterms:W3CDTF">2009-06-10T00:38:22Z</dcterms:created>
  <dcterms:modified xsi:type="dcterms:W3CDTF">2024-02-27T03:39:04Z</dcterms:modified>
</cp:coreProperties>
</file>