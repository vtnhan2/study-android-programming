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6" r:id="rId1"/>
  </p:sldMasterIdLst>
  <p:notesMasterIdLst>
    <p:notesMasterId r:id="rId23"/>
  </p:notesMasterIdLst>
  <p:sldIdLst>
    <p:sldId id="256" r:id="rId2"/>
    <p:sldId id="257" r:id="rId3"/>
    <p:sldId id="258" r:id="rId4"/>
    <p:sldId id="261" r:id="rId5"/>
    <p:sldId id="259" r:id="rId6"/>
    <p:sldId id="305" r:id="rId7"/>
    <p:sldId id="260" r:id="rId8"/>
    <p:sldId id="307" r:id="rId9"/>
    <p:sldId id="311" r:id="rId10"/>
    <p:sldId id="270" r:id="rId11"/>
    <p:sldId id="314" r:id="rId12"/>
    <p:sldId id="318" r:id="rId13"/>
    <p:sldId id="319" r:id="rId14"/>
    <p:sldId id="320" r:id="rId15"/>
    <p:sldId id="309" r:id="rId16"/>
    <p:sldId id="316" r:id="rId17"/>
    <p:sldId id="313" r:id="rId18"/>
    <p:sldId id="272" r:id="rId19"/>
    <p:sldId id="310" r:id="rId20"/>
    <p:sldId id="315" r:id="rId21"/>
    <p:sldId id="317" r:id="rId22"/>
  </p:sldIdLst>
  <p:sldSz cx="9144000" cy="5143500" type="screen16x9"/>
  <p:notesSz cx="6858000" cy="9144000"/>
  <p:embeddedFontLst>
    <p:embeddedFont>
      <p:font typeface="Anton" pitchFamily="2" charset="0"/>
      <p:regular r:id="rId24"/>
    </p:embeddedFont>
    <p:embeddedFont>
      <p:font typeface="DM Sans" pitchFamily="2" charset="0"/>
      <p:regular r:id="rId25"/>
      <p:bold r:id="rId26"/>
      <p:italic r:id="rId27"/>
      <p:boldItalic r:id="rId28"/>
    </p:embeddedFont>
    <p:embeddedFont>
      <p:font typeface="Public Sans" panose="020B0604020202020204"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3CB5FAE-E571-408D-B859-89448FEFBE65}">
  <a:tblStyle styleId="{73CB5FAE-E571-408D-B859-89448FEFBE6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602" autoAdjust="0"/>
  </p:normalViewPr>
  <p:slideViewPr>
    <p:cSldViewPr snapToGrid="0">
      <p:cViewPr>
        <p:scale>
          <a:sx n="100" d="100"/>
          <a:sy n="100" d="100"/>
        </p:scale>
        <p:origin x="94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1"/>
        <p:cNvGrpSpPr/>
        <p:nvPr/>
      </p:nvGrpSpPr>
      <p:grpSpPr>
        <a:xfrm>
          <a:off x="0" y="0"/>
          <a:ext cx="0" cy="0"/>
          <a:chOff x="0" y="0"/>
          <a:chExt cx="0" cy="0"/>
        </a:xfrm>
      </p:grpSpPr>
      <p:sp>
        <p:nvSpPr>
          <p:cNvPr id="552" name="Google Shape;552;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3" name="Google Shape;553;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g12e478d9885_1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3" name="Google Shape;563;g12e478d9885_1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0"/>
        <p:cNvGrpSpPr/>
        <p:nvPr/>
      </p:nvGrpSpPr>
      <p:grpSpPr>
        <a:xfrm>
          <a:off x="0" y="0"/>
          <a:ext cx="0" cy="0"/>
          <a:chOff x="0" y="0"/>
          <a:chExt cx="0" cy="0"/>
        </a:xfrm>
      </p:grpSpPr>
      <p:sp>
        <p:nvSpPr>
          <p:cNvPr id="571" name="Google Shape;571;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2" name="Google Shape;572;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g1dfe0b786a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7" name="Google Shape;657;g1dfe0b786a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p:cNvGrpSpPr/>
        <p:nvPr/>
      </p:nvGrpSpPr>
      <p:grpSpPr>
        <a:xfrm>
          <a:off x="0" y="0"/>
          <a:ext cx="0" cy="0"/>
          <a:chOff x="0" y="0"/>
          <a:chExt cx="0" cy="0"/>
        </a:xfrm>
      </p:grpSpPr>
      <p:sp>
        <p:nvSpPr>
          <p:cNvPr id="614" name="Google Shape;614;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5" name="Google Shape;615;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vi-VN" dirty="0"/>
              <a:t>Trong thực tế, việc quản lý cửa hàng xe máy tại các cửa hàng nhỏ và vừa hiện nay vẫn còn gặp nhiều khó khăn. Các thông tin như xe, khách hàng, đơn hàng hay lịch sử sửa chữa thường được ghi chép thủ công hoặc lưu trữ rời rạc, dẫn đến tình trạng dễ sai sót, khó tra cứu và mất nhiều thời gian quản lý.</a:t>
            </a:r>
          </a:p>
          <a:p>
            <a:r>
              <a:rPr lang="vi-VN" dirty="0"/>
              <a:t>Bên cạnh đó, việc theo dõi tồn kho, quản lý doanh thu hay chăm sóc khách hàng chưa được thực hiện một cách hiệu quả. Khi số lượng khách hàng và giao dịch tăng lên, những hạn chế này càng trở nên rõ rệt, ảnh hưởng trực tiếp đến hoạt động kinh doanh.</a:t>
            </a:r>
          </a:p>
          <a:p>
            <a:r>
              <a:rPr lang="vi-VN" dirty="0"/>
              <a:t>Xuất phát từ những vấn đề trên, nhóm chúng em đã đề xuất xây dựng một ứng dụng quản lý cửa hàng xe máy trên nền tảng Android. Ứng dụng nhằm hỗ trợ số hóa quy trình quản lý, giúp lưu trữ dữ liệu tập trung, dễ dàng tra cứu, đồng thời nâng cao hiệu quả vận hành và trải nghiệm người dùng.</a:t>
            </a:r>
          </a:p>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a:extLst>
            <a:ext uri="{FF2B5EF4-FFF2-40B4-BE49-F238E27FC236}">
              <a16:creationId xmlns:a16="http://schemas.microsoft.com/office/drawing/2014/main" id="{ED628F03-827B-046F-55A6-5222544EA528}"/>
            </a:ext>
          </a:extLst>
        </p:cNvPr>
        <p:cNvGrpSpPr/>
        <p:nvPr/>
      </p:nvGrpSpPr>
      <p:grpSpPr>
        <a:xfrm>
          <a:off x="0" y="0"/>
          <a:ext cx="0" cy="0"/>
          <a:chOff x="0" y="0"/>
          <a:chExt cx="0" cy="0"/>
        </a:xfrm>
      </p:grpSpPr>
      <p:sp>
        <p:nvSpPr>
          <p:cNvPr id="614" name="Google Shape;614;g54dda1946d_6_322:notes">
            <a:extLst>
              <a:ext uri="{FF2B5EF4-FFF2-40B4-BE49-F238E27FC236}">
                <a16:creationId xmlns:a16="http://schemas.microsoft.com/office/drawing/2014/main" id="{626F23E5-81BE-F343-2E0B-F7F983D46B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5" name="Google Shape;615;g54dda1946d_6_322:notes">
            <a:extLst>
              <a:ext uri="{FF2B5EF4-FFF2-40B4-BE49-F238E27FC236}">
                <a16:creationId xmlns:a16="http://schemas.microsoft.com/office/drawing/2014/main" id="{06983038-A221-4B8B-BF70-BFA975E9EC7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627262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5"/>
        <p:cNvGrpSpPr/>
        <p:nvPr/>
      </p:nvGrpSpPr>
      <p:grpSpPr>
        <a:xfrm>
          <a:off x="0" y="0"/>
          <a:ext cx="0" cy="0"/>
          <a:chOff x="0" y="0"/>
          <a:chExt cx="0" cy="0"/>
        </a:xfrm>
      </p:grpSpPr>
      <p:sp>
        <p:nvSpPr>
          <p:cNvPr id="626" name="Google Shape;626;g54ff9c4cb4_3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7" name="Google Shape;627;g54ff9c4cb4_3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a:extLst>
            <a:ext uri="{FF2B5EF4-FFF2-40B4-BE49-F238E27FC236}">
              <a16:creationId xmlns:a16="http://schemas.microsoft.com/office/drawing/2014/main" id="{867079EE-33A7-BED7-A580-7B2778573A04}"/>
            </a:ext>
          </a:extLst>
        </p:cNvPr>
        <p:cNvGrpSpPr/>
        <p:nvPr/>
      </p:nvGrpSpPr>
      <p:grpSpPr>
        <a:xfrm>
          <a:off x="0" y="0"/>
          <a:ext cx="0" cy="0"/>
          <a:chOff x="0" y="0"/>
          <a:chExt cx="0" cy="0"/>
        </a:xfrm>
      </p:grpSpPr>
      <p:sp>
        <p:nvSpPr>
          <p:cNvPr id="614" name="Google Shape;614;g54dda1946d_6_322:notes">
            <a:extLst>
              <a:ext uri="{FF2B5EF4-FFF2-40B4-BE49-F238E27FC236}">
                <a16:creationId xmlns:a16="http://schemas.microsoft.com/office/drawing/2014/main" id="{1A4CEFF0-671E-615F-3692-675CE822B0D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5" name="Google Shape;615;g54dda1946d_6_322:notes">
            <a:extLst>
              <a:ext uri="{FF2B5EF4-FFF2-40B4-BE49-F238E27FC236}">
                <a16:creationId xmlns:a16="http://schemas.microsoft.com/office/drawing/2014/main" id="{29534C18-26C3-5C71-4604-F7724CCFCD9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8119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a:extLst>
            <a:ext uri="{FF2B5EF4-FFF2-40B4-BE49-F238E27FC236}">
              <a16:creationId xmlns:a16="http://schemas.microsoft.com/office/drawing/2014/main" id="{E9897B46-44F8-62E0-BEDA-1A17AAAE92A0}"/>
            </a:ext>
          </a:extLst>
        </p:cNvPr>
        <p:cNvGrpSpPr/>
        <p:nvPr/>
      </p:nvGrpSpPr>
      <p:grpSpPr>
        <a:xfrm>
          <a:off x="0" y="0"/>
          <a:ext cx="0" cy="0"/>
          <a:chOff x="0" y="0"/>
          <a:chExt cx="0" cy="0"/>
        </a:xfrm>
      </p:grpSpPr>
      <p:sp>
        <p:nvSpPr>
          <p:cNvPr id="614" name="Google Shape;614;g54dda1946d_6_322:notes">
            <a:extLst>
              <a:ext uri="{FF2B5EF4-FFF2-40B4-BE49-F238E27FC236}">
                <a16:creationId xmlns:a16="http://schemas.microsoft.com/office/drawing/2014/main" id="{AED8D579-095B-C889-F271-59CB7F5D9A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5" name="Google Shape;615;g54dda1946d_6_322:notes">
            <a:extLst>
              <a:ext uri="{FF2B5EF4-FFF2-40B4-BE49-F238E27FC236}">
                <a16:creationId xmlns:a16="http://schemas.microsoft.com/office/drawing/2014/main" id="{63708538-BE5E-482E-D440-4E117A89E8B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599195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5"/>
        <p:cNvGrpSpPr/>
        <p:nvPr/>
      </p:nvGrpSpPr>
      <p:grpSpPr>
        <a:xfrm>
          <a:off x="0" y="0"/>
          <a:ext cx="0" cy="0"/>
          <a:chOff x="0" y="0"/>
          <a:chExt cx="0" cy="0"/>
        </a:xfrm>
      </p:grpSpPr>
      <p:sp>
        <p:nvSpPr>
          <p:cNvPr id="966" name="Google Shape;966;g20f4d7b453e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7" name="Google Shape;967;g20f4d7b453e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a:extLst>
            <a:ext uri="{FF2B5EF4-FFF2-40B4-BE49-F238E27FC236}">
              <a16:creationId xmlns:a16="http://schemas.microsoft.com/office/drawing/2014/main" id="{0C45B72D-9B0F-1E69-6C4F-591C1B4190F9}"/>
            </a:ext>
          </a:extLst>
        </p:cNvPr>
        <p:cNvGrpSpPr/>
        <p:nvPr/>
      </p:nvGrpSpPr>
      <p:grpSpPr>
        <a:xfrm>
          <a:off x="0" y="0"/>
          <a:ext cx="0" cy="0"/>
          <a:chOff x="0" y="0"/>
          <a:chExt cx="0" cy="0"/>
        </a:xfrm>
      </p:grpSpPr>
      <p:sp>
        <p:nvSpPr>
          <p:cNvPr id="614" name="Google Shape;614;g54dda1946d_6_322:notes">
            <a:extLst>
              <a:ext uri="{FF2B5EF4-FFF2-40B4-BE49-F238E27FC236}">
                <a16:creationId xmlns:a16="http://schemas.microsoft.com/office/drawing/2014/main" id="{8D98D72D-EAB3-28ED-B109-A3AA3D3B40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5" name="Google Shape;615;g54dda1946d_6_322:notes">
            <a:extLst>
              <a:ext uri="{FF2B5EF4-FFF2-40B4-BE49-F238E27FC236}">
                <a16:creationId xmlns:a16="http://schemas.microsoft.com/office/drawing/2014/main" id="{FFFE0ED3-430F-BE11-BBAA-A50C6DDDB9A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dirty="0"/>
              <a:t>MVVM? - </a:t>
            </a:r>
            <a:r>
              <a:rPr lang="en-US" dirty="0" err="1"/>
              <a:t>tách</a:t>
            </a:r>
            <a:r>
              <a:rPr lang="en-US" dirty="0"/>
              <a:t> </a:t>
            </a:r>
            <a:r>
              <a:rPr lang="en-US" dirty="0" err="1"/>
              <a:t>giao</a:t>
            </a:r>
            <a:r>
              <a:rPr lang="en-US" dirty="0"/>
              <a:t> </a:t>
            </a:r>
            <a:r>
              <a:rPr lang="en-US" dirty="0" err="1"/>
              <a:t>diện</a:t>
            </a:r>
            <a:r>
              <a:rPr lang="en-US" dirty="0"/>
              <a:t> </a:t>
            </a:r>
            <a:r>
              <a:rPr lang="en-US" dirty="0" err="1"/>
              <a:t>và</a:t>
            </a:r>
            <a:r>
              <a:rPr lang="en-US" dirty="0"/>
              <a:t> logic</a:t>
            </a:r>
            <a:endParaRPr dirty="0"/>
          </a:p>
        </p:txBody>
      </p:sp>
    </p:spTree>
    <p:extLst>
      <p:ext uri="{BB962C8B-B14F-4D97-AF65-F5344CB8AC3E}">
        <p14:creationId xmlns:p14="http://schemas.microsoft.com/office/powerpoint/2010/main" val="40162229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117883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8268E-49B3-342A-843D-357F685EC0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6B3868-3193-65C0-B57A-7E87F1E96A1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DB2ED46-4275-A096-BAC2-3FF99AE3F107}"/>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481476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a:extLst>
            <a:ext uri="{FF2B5EF4-FFF2-40B4-BE49-F238E27FC236}">
              <a16:creationId xmlns:a16="http://schemas.microsoft.com/office/drawing/2014/main" id="{E3AF0D51-0543-E04A-3FAE-E20B6465A699}"/>
            </a:ext>
          </a:extLst>
        </p:cNvPr>
        <p:cNvGrpSpPr/>
        <p:nvPr/>
      </p:nvGrpSpPr>
      <p:grpSpPr>
        <a:xfrm>
          <a:off x="0" y="0"/>
          <a:ext cx="0" cy="0"/>
          <a:chOff x="0" y="0"/>
          <a:chExt cx="0" cy="0"/>
        </a:xfrm>
      </p:grpSpPr>
      <p:sp>
        <p:nvSpPr>
          <p:cNvPr id="614" name="Google Shape;614;g54dda1946d_6_322:notes">
            <a:extLst>
              <a:ext uri="{FF2B5EF4-FFF2-40B4-BE49-F238E27FC236}">
                <a16:creationId xmlns:a16="http://schemas.microsoft.com/office/drawing/2014/main" id="{C0FFEB00-06E6-82F7-57C5-F61FF7C887D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5" name="Google Shape;615;g54dda1946d_6_322:notes">
            <a:extLst>
              <a:ext uri="{FF2B5EF4-FFF2-40B4-BE49-F238E27FC236}">
                <a16:creationId xmlns:a16="http://schemas.microsoft.com/office/drawing/2014/main" id="{75A012F9-1DAD-C454-F79A-4F6C7752FB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691812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a:extLst>
            <a:ext uri="{FF2B5EF4-FFF2-40B4-BE49-F238E27FC236}">
              <a16:creationId xmlns:a16="http://schemas.microsoft.com/office/drawing/2014/main" id="{E284E771-14D5-EF03-42B3-811907BB14A7}"/>
            </a:ext>
          </a:extLst>
        </p:cNvPr>
        <p:cNvGrpSpPr/>
        <p:nvPr/>
      </p:nvGrpSpPr>
      <p:grpSpPr>
        <a:xfrm>
          <a:off x="0" y="0"/>
          <a:ext cx="0" cy="0"/>
          <a:chOff x="0" y="0"/>
          <a:chExt cx="0" cy="0"/>
        </a:xfrm>
      </p:grpSpPr>
      <p:sp>
        <p:nvSpPr>
          <p:cNvPr id="614" name="Google Shape;614;g54dda1946d_6_322:notes">
            <a:extLst>
              <a:ext uri="{FF2B5EF4-FFF2-40B4-BE49-F238E27FC236}">
                <a16:creationId xmlns:a16="http://schemas.microsoft.com/office/drawing/2014/main" id="{48903170-2A05-8E80-B22E-6D419CDFC3D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5" name="Google Shape;615;g54dda1946d_6_322:notes">
            <a:extLst>
              <a:ext uri="{FF2B5EF4-FFF2-40B4-BE49-F238E27FC236}">
                <a16:creationId xmlns:a16="http://schemas.microsoft.com/office/drawing/2014/main" id="{360DC232-6B52-C84D-7C49-877473B9CEA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988771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a:extLst>
            <a:ext uri="{FF2B5EF4-FFF2-40B4-BE49-F238E27FC236}">
              <a16:creationId xmlns:a16="http://schemas.microsoft.com/office/drawing/2014/main" id="{B22DFC43-22AE-2FC3-4C2F-B04D696F2274}"/>
            </a:ext>
          </a:extLst>
        </p:cNvPr>
        <p:cNvGrpSpPr/>
        <p:nvPr/>
      </p:nvGrpSpPr>
      <p:grpSpPr>
        <a:xfrm>
          <a:off x="0" y="0"/>
          <a:ext cx="0" cy="0"/>
          <a:chOff x="0" y="0"/>
          <a:chExt cx="0" cy="0"/>
        </a:xfrm>
      </p:grpSpPr>
      <p:sp>
        <p:nvSpPr>
          <p:cNvPr id="614" name="Google Shape;614;g54dda1946d_6_322:notes">
            <a:extLst>
              <a:ext uri="{FF2B5EF4-FFF2-40B4-BE49-F238E27FC236}">
                <a16:creationId xmlns:a16="http://schemas.microsoft.com/office/drawing/2014/main" id="{2DE8E47A-6698-E897-A1DB-9C239FB4D39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5" name="Google Shape;615;g54dda1946d_6_322:notes">
            <a:extLst>
              <a:ext uri="{FF2B5EF4-FFF2-40B4-BE49-F238E27FC236}">
                <a16:creationId xmlns:a16="http://schemas.microsoft.com/office/drawing/2014/main" id="{D80B9F31-7CA5-FABD-27AC-618F120DB09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12864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3"/>
        <p:cNvGrpSpPr/>
        <p:nvPr/>
      </p:nvGrpSpPr>
      <p:grpSpPr>
        <a:xfrm>
          <a:off x="0" y="0"/>
          <a:ext cx="0" cy="0"/>
          <a:chOff x="0" y="0"/>
          <a:chExt cx="0" cy="0"/>
        </a:xfrm>
      </p:grpSpPr>
      <p:sp>
        <p:nvSpPr>
          <p:cNvPr id="1044" name="Google Shape;1044;g20f4d7b453e_0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5" name="Google Shape;1045;g20f4d7b453e_0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a:extLst>
            <a:ext uri="{FF2B5EF4-FFF2-40B4-BE49-F238E27FC236}">
              <a16:creationId xmlns:a16="http://schemas.microsoft.com/office/drawing/2014/main" id="{857E10D7-867E-16AA-A9C1-043B6117492D}"/>
            </a:ext>
          </a:extLst>
        </p:cNvPr>
        <p:cNvGrpSpPr/>
        <p:nvPr/>
      </p:nvGrpSpPr>
      <p:grpSpPr>
        <a:xfrm>
          <a:off x="0" y="0"/>
          <a:ext cx="0" cy="0"/>
          <a:chOff x="0" y="0"/>
          <a:chExt cx="0" cy="0"/>
        </a:xfrm>
      </p:grpSpPr>
      <p:sp>
        <p:nvSpPr>
          <p:cNvPr id="614" name="Google Shape;614;g54dda1946d_6_322:notes">
            <a:extLst>
              <a:ext uri="{FF2B5EF4-FFF2-40B4-BE49-F238E27FC236}">
                <a16:creationId xmlns:a16="http://schemas.microsoft.com/office/drawing/2014/main" id="{AF88F2CD-931D-610A-0DCF-A9A75338DE7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5" name="Google Shape;615;g54dda1946d_6_322:notes">
            <a:extLst>
              <a:ext uri="{FF2B5EF4-FFF2-40B4-BE49-F238E27FC236}">
                <a16:creationId xmlns:a16="http://schemas.microsoft.com/office/drawing/2014/main" id="{006EDDE7-19E3-FB21-418D-83D0258FAF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36633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3">
          <a:extLst>
            <a:ext uri="{FF2B5EF4-FFF2-40B4-BE49-F238E27FC236}">
              <a16:creationId xmlns:a16="http://schemas.microsoft.com/office/drawing/2014/main" id="{940619B2-6267-4BDB-797F-A3ACB95C9783}"/>
            </a:ext>
          </a:extLst>
        </p:cNvPr>
        <p:cNvGrpSpPr/>
        <p:nvPr/>
      </p:nvGrpSpPr>
      <p:grpSpPr>
        <a:xfrm>
          <a:off x="0" y="0"/>
          <a:ext cx="0" cy="0"/>
          <a:chOff x="0" y="0"/>
          <a:chExt cx="0" cy="0"/>
        </a:xfrm>
      </p:grpSpPr>
      <p:sp>
        <p:nvSpPr>
          <p:cNvPr id="1044" name="Google Shape;1044;g20f4d7b453e_0_332:notes">
            <a:extLst>
              <a:ext uri="{FF2B5EF4-FFF2-40B4-BE49-F238E27FC236}">
                <a16:creationId xmlns:a16="http://schemas.microsoft.com/office/drawing/2014/main" id="{896FDB95-4698-E655-E48A-863F1411C3B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5" name="Google Shape;1045;g20f4d7b453e_0_332:notes">
            <a:extLst>
              <a:ext uri="{FF2B5EF4-FFF2-40B4-BE49-F238E27FC236}">
                <a16:creationId xmlns:a16="http://schemas.microsoft.com/office/drawing/2014/main" id="{A90FD432-C00E-D1CB-43CF-561A8110691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991590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3185775" y="539500"/>
            <a:ext cx="5244900" cy="1843800"/>
          </a:xfrm>
          <a:prstGeom prst="rect">
            <a:avLst/>
          </a:prstGeom>
        </p:spPr>
        <p:txBody>
          <a:bodyPr spcFirstLastPara="1" wrap="square" lIns="91425" tIns="91425" rIns="91425" bIns="91425" anchor="ctr" anchorCtr="0">
            <a:noAutofit/>
          </a:bodyPr>
          <a:lstStyle>
            <a:lvl1pPr lvl="0" rtl="0">
              <a:spcBef>
                <a:spcPts val="0"/>
              </a:spcBef>
              <a:spcAft>
                <a:spcPts val="0"/>
              </a:spcAft>
              <a:buSzPts val="5000"/>
              <a:buNone/>
              <a:defRPr sz="5500"/>
            </a:lvl1pPr>
            <a:lvl2pPr lvl="1" algn="ctr" rtl="0">
              <a:spcBef>
                <a:spcPts val="0"/>
              </a:spcBef>
              <a:spcAft>
                <a:spcPts val="0"/>
              </a:spcAft>
              <a:buSzPts val="5000"/>
              <a:buNone/>
              <a:defRPr sz="5000"/>
            </a:lvl2pPr>
            <a:lvl3pPr lvl="2" algn="ctr" rtl="0">
              <a:spcBef>
                <a:spcPts val="0"/>
              </a:spcBef>
              <a:spcAft>
                <a:spcPts val="0"/>
              </a:spcAft>
              <a:buSzPts val="5000"/>
              <a:buNone/>
              <a:defRPr sz="5000"/>
            </a:lvl3pPr>
            <a:lvl4pPr lvl="3" algn="ctr" rtl="0">
              <a:spcBef>
                <a:spcPts val="0"/>
              </a:spcBef>
              <a:spcAft>
                <a:spcPts val="0"/>
              </a:spcAft>
              <a:buSzPts val="5000"/>
              <a:buNone/>
              <a:defRPr sz="5000"/>
            </a:lvl4pPr>
            <a:lvl5pPr lvl="4" algn="ctr" rtl="0">
              <a:spcBef>
                <a:spcPts val="0"/>
              </a:spcBef>
              <a:spcAft>
                <a:spcPts val="0"/>
              </a:spcAft>
              <a:buSzPts val="5000"/>
              <a:buNone/>
              <a:defRPr sz="5000"/>
            </a:lvl5pPr>
            <a:lvl6pPr lvl="5" algn="ctr" rtl="0">
              <a:spcBef>
                <a:spcPts val="0"/>
              </a:spcBef>
              <a:spcAft>
                <a:spcPts val="0"/>
              </a:spcAft>
              <a:buSzPts val="5000"/>
              <a:buNone/>
              <a:defRPr sz="5000"/>
            </a:lvl6pPr>
            <a:lvl7pPr lvl="6" algn="ctr" rtl="0">
              <a:spcBef>
                <a:spcPts val="0"/>
              </a:spcBef>
              <a:spcAft>
                <a:spcPts val="0"/>
              </a:spcAft>
              <a:buSzPts val="5000"/>
              <a:buNone/>
              <a:defRPr sz="5000"/>
            </a:lvl7pPr>
            <a:lvl8pPr lvl="7" algn="ctr" rtl="0">
              <a:spcBef>
                <a:spcPts val="0"/>
              </a:spcBef>
              <a:spcAft>
                <a:spcPts val="0"/>
              </a:spcAft>
              <a:buSzPts val="5000"/>
              <a:buNone/>
              <a:defRPr sz="5000"/>
            </a:lvl8pPr>
            <a:lvl9pPr lvl="8" algn="ctr" rtl="0">
              <a:spcBef>
                <a:spcPts val="0"/>
              </a:spcBef>
              <a:spcAft>
                <a:spcPts val="0"/>
              </a:spcAft>
              <a:buSzPts val="5000"/>
              <a:buNone/>
              <a:defRPr sz="5000"/>
            </a:lvl9pPr>
          </a:lstStyle>
          <a:p>
            <a:endParaRPr/>
          </a:p>
        </p:txBody>
      </p:sp>
      <p:sp>
        <p:nvSpPr>
          <p:cNvPr id="10" name="Google Shape;10;p2"/>
          <p:cNvSpPr txBox="1">
            <a:spLocks noGrp="1"/>
          </p:cNvSpPr>
          <p:nvPr>
            <p:ph type="subTitle" idx="1"/>
          </p:nvPr>
        </p:nvSpPr>
        <p:spPr>
          <a:xfrm>
            <a:off x="713225" y="539500"/>
            <a:ext cx="1907100" cy="9879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1600">
                <a:latin typeface="Arial" panose="020B0604020202020204" pitchFamily="34" charset="0"/>
                <a:cs typeface="Arial" panose="020B0604020202020204" pitchFamily="34" charset="0"/>
              </a:defRPr>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dirty="0"/>
          </a:p>
        </p:txBody>
      </p:sp>
      <p:sp>
        <p:nvSpPr>
          <p:cNvPr id="11" name="Google Shape;11;p2"/>
          <p:cNvSpPr>
            <a:spLocks noGrp="1"/>
          </p:cNvSpPr>
          <p:nvPr>
            <p:ph type="pic" idx="2"/>
          </p:nvPr>
        </p:nvSpPr>
        <p:spPr>
          <a:xfrm>
            <a:off x="830350" y="2578100"/>
            <a:ext cx="7359900" cy="1892700"/>
          </a:xfrm>
          <a:prstGeom prst="rect">
            <a:avLst/>
          </a:prstGeom>
          <a:noFill/>
          <a:ln w="9525" cap="flat" cmpd="sng">
            <a:solidFill>
              <a:schemeClr val="dk2"/>
            </a:solidFill>
            <a:prstDash val="solid"/>
            <a:round/>
            <a:headEnd type="none" w="sm" len="sm"/>
            <a:tailEnd type="none" w="sm" len="sm"/>
          </a:ln>
        </p:spPr>
        <p:txBody>
          <a:bodyPr/>
          <a:lstStyle>
            <a:lvl1pPr>
              <a:defRPr>
                <a:latin typeface="Arial" panose="020B0604020202020204" pitchFamily="34" charset="0"/>
                <a:cs typeface="Arial" panose="020B0604020202020204" pitchFamily="34" charset="0"/>
              </a:defRPr>
            </a:lvl1pPr>
          </a:lstStyle>
          <a:p>
            <a:endParaRPr lang="en-US" dirty="0"/>
          </a:p>
        </p:txBody>
      </p:sp>
      <p:grpSp>
        <p:nvGrpSpPr>
          <p:cNvPr id="12" name="Google Shape;12;p2"/>
          <p:cNvGrpSpPr/>
          <p:nvPr/>
        </p:nvGrpSpPr>
        <p:grpSpPr>
          <a:xfrm>
            <a:off x="6" y="5"/>
            <a:ext cx="9143987" cy="5158544"/>
            <a:chOff x="6" y="5"/>
            <a:chExt cx="9143987" cy="5158544"/>
          </a:xfrm>
        </p:grpSpPr>
        <p:grpSp>
          <p:nvGrpSpPr>
            <p:cNvPr id="13" name="Google Shape;13;p2"/>
            <p:cNvGrpSpPr/>
            <p:nvPr/>
          </p:nvGrpSpPr>
          <p:grpSpPr>
            <a:xfrm>
              <a:off x="7768859" y="5"/>
              <a:ext cx="1375134" cy="344696"/>
              <a:chOff x="3166475" y="3034375"/>
              <a:chExt cx="2958550" cy="741600"/>
            </a:xfrm>
          </p:grpSpPr>
          <p:sp>
            <p:nvSpPr>
              <p:cNvPr id="14" name="Google Shape;14;p2"/>
              <p:cNvSpPr/>
              <p:nvPr/>
            </p:nvSpPr>
            <p:spPr>
              <a:xfrm>
                <a:off x="3166475" y="3034375"/>
                <a:ext cx="370800" cy="370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15" name="Google Shape;15;p2"/>
              <p:cNvSpPr/>
              <p:nvPr/>
            </p:nvSpPr>
            <p:spPr>
              <a:xfrm>
                <a:off x="3537275" y="3405175"/>
                <a:ext cx="370800" cy="370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16" name="Google Shape;16;p2"/>
              <p:cNvSpPr/>
              <p:nvPr/>
            </p:nvSpPr>
            <p:spPr>
              <a:xfrm>
                <a:off x="3911375" y="3034375"/>
                <a:ext cx="370800" cy="370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17" name="Google Shape;17;p2"/>
              <p:cNvSpPr/>
              <p:nvPr/>
            </p:nvSpPr>
            <p:spPr>
              <a:xfrm>
                <a:off x="4282175" y="3405175"/>
                <a:ext cx="370800" cy="370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18" name="Google Shape;18;p2"/>
              <p:cNvSpPr/>
              <p:nvPr/>
            </p:nvSpPr>
            <p:spPr>
              <a:xfrm>
                <a:off x="4638525" y="3034375"/>
                <a:ext cx="370800" cy="370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19" name="Google Shape;19;p2"/>
              <p:cNvSpPr/>
              <p:nvPr/>
            </p:nvSpPr>
            <p:spPr>
              <a:xfrm>
                <a:off x="5009325" y="3405175"/>
                <a:ext cx="370800" cy="370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20" name="Google Shape;20;p2"/>
              <p:cNvSpPr/>
              <p:nvPr/>
            </p:nvSpPr>
            <p:spPr>
              <a:xfrm>
                <a:off x="5383425" y="3034375"/>
                <a:ext cx="370800" cy="370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21" name="Google Shape;21;p2"/>
              <p:cNvSpPr/>
              <p:nvPr/>
            </p:nvSpPr>
            <p:spPr>
              <a:xfrm>
                <a:off x="5754225" y="3405175"/>
                <a:ext cx="370800" cy="370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grpSp>
          <p:nvGrpSpPr>
            <p:cNvPr id="22" name="Google Shape;22;p2"/>
            <p:cNvGrpSpPr/>
            <p:nvPr/>
          </p:nvGrpSpPr>
          <p:grpSpPr>
            <a:xfrm>
              <a:off x="6" y="1863252"/>
              <a:ext cx="489317" cy="344700"/>
              <a:chOff x="3505000" y="2578075"/>
              <a:chExt cx="1546025" cy="1089100"/>
            </a:xfrm>
          </p:grpSpPr>
          <p:grpSp>
            <p:nvGrpSpPr>
              <p:cNvPr id="23" name="Google Shape;23;p2"/>
              <p:cNvGrpSpPr/>
              <p:nvPr/>
            </p:nvGrpSpPr>
            <p:grpSpPr>
              <a:xfrm>
                <a:off x="3505000" y="2578075"/>
                <a:ext cx="232500" cy="1089100"/>
                <a:chOff x="3505000" y="595000"/>
                <a:chExt cx="232500" cy="1089100"/>
              </a:xfrm>
            </p:grpSpPr>
            <p:sp>
              <p:nvSpPr>
                <p:cNvPr id="24" name="Google Shape;24;p2"/>
                <p:cNvSpPr/>
                <p:nvPr/>
              </p:nvSpPr>
              <p:spPr>
                <a:xfrm>
                  <a:off x="3505000" y="5950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25" name="Google Shape;25;p2"/>
                <p:cNvSpPr/>
                <p:nvPr/>
              </p:nvSpPr>
              <p:spPr>
                <a:xfrm>
                  <a:off x="3505000" y="10233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26" name="Google Shape;26;p2"/>
                <p:cNvSpPr/>
                <p:nvPr/>
              </p:nvSpPr>
              <p:spPr>
                <a:xfrm>
                  <a:off x="3505000" y="14516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grpSp>
            <p:nvGrpSpPr>
              <p:cNvPr id="27" name="Google Shape;27;p2"/>
              <p:cNvGrpSpPr/>
              <p:nvPr/>
            </p:nvGrpSpPr>
            <p:grpSpPr>
              <a:xfrm>
                <a:off x="3928475" y="2578075"/>
                <a:ext cx="232500" cy="1089100"/>
                <a:chOff x="3505000" y="595000"/>
                <a:chExt cx="232500" cy="1089100"/>
              </a:xfrm>
            </p:grpSpPr>
            <p:sp>
              <p:nvSpPr>
                <p:cNvPr id="28" name="Google Shape;28;p2"/>
                <p:cNvSpPr/>
                <p:nvPr/>
              </p:nvSpPr>
              <p:spPr>
                <a:xfrm>
                  <a:off x="3505000" y="5950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29" name="Google Shape;29;p2"/>
                <p:cNvSpPr/>
                <p:nvPr/>
              </p:nvSpPr>
              <p:spPr>
                <a:xfrm>
                  <a:off x="3505000" y="10233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30" name="Google Shape;30;p2"/>
                <p:cNvSpPr/>
                <p:nvPr/>
              </p:nvSpPr>
              <p:spPr>
                <a:xfrm>
                  <a:off x="3505000" y="14516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grpSp>
            <p:nvGrpSpPr>
              <p:cNvPr id="31" name="Google Shape;31;p2"/>
              <p:cNvGrpSpPr/>
              <p:nvPr/>
            </p:nvGrpSpPr>
            <p:grpSpPr>
              <a:xfrm>
                <a:off x="4395050" y="2578075"/>
                <a:ext cx="232500" cy="1089100"/>
                <a:chOff x="3505000" y="595000"/>
                <a:chExt cx="232500" cy="1089100"/>
              </a:xfrm>
            </p:grpSpPr>
            <p:sp>
              <p:nvSpPr>
                <p:cNvPr id="32" name="Google Shape;32;p2"/>
                <p:cNvSpPr/>
                <p:nvPr/>
              </p:nvSpPr>
              <p:spPr>
                <a:xfrm>
                  <a:off x="3505000" y="5950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33" name="Google Shape;33;p2"/>
                <p:cNvSpPr/>
                <p:nvPr/>
              </p:nvSpPr>
              <p:spPr>
                <a:xfrm>
                  <a:off x="3505000" y="10233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34" name="Google Shape;34;p2"/>
                <p:cNvSpPr/>
                <p:nvPr/>
              </p:nvSpPr>
              <p:spPr>
                <a:xfrm>
                  <a:off x="3505000" y="14516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grpSp>
            <p:nvGrpSpPr>
              <p:cNvPr id="35" name="Google Shape;35;p2"/>
              <p:cNvGrpSpPr/>
              <p:nvPr/>
            </p:nvGrpSpPr>
            <p:grpSpPr>
              <a:xfrm>
                <a:off x="4818525" y="2578075"/>
                <a:ext cx="232500" cy="1089100"/>
                <a:chOff x="3505000" y="595000"/>
                <a:chExt cx="232500" cy="1089100"/>
              </a:xfrm>
            </p:grpSpPr>
            <p:sp>
              <p:nvSpPr>
                <p:cNvPr id="36" name="Google Shape;36;p2"/>
                <p:cNvSpPr/>
                <p:nvPr/>
              </p:nvSpPr>
              <p:spPr>
                <a:xfrm>
                  <a:off x="3505000" y="5950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37" name="Google Shape;37;p2"/>
                <p:cNvSpPr/>
                <p:nvPr/>
              </p:nvSpPr>
              <p:spPr>
                <a:xfrm>
                  <a:off x="3505000" y="10233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38" name="Google Shape;38;p2"/>
                <p:cNvSpPr/>
                <p:nvPr/>
              </p:nvSpPr>
              <p:spPr>
                <a:xfrm>
                  <a:off x="3505000" y="14516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grpSp>
        <p:sp>
          <p:nvSpPr>
            <p:cNvPr id="39" name="Google Shape;39;p2"/>
            <p:cNvSpPr/>
            <p:nvPr/>
          </p:nvSpPr>
          <p:spPr>
            <a:xfrm>
              <a:off x="3185774" y="4933948"/>
              <a:ext cx="907701" cy="224601"/>
            </a:xfrm>
            <a:prstGeom prst="rect">
              <a:avLst/>
            </a:prstGeom>
          </p:spPr>
          <p:txBody>
            <a:bodyPr>
              <a:prstTxWarp prst="textPlain">
                <a:avLst/>
              </a:prstTxWarp>
            </a:bodyPr>
            <a:lstStyle/>
            <a:p>
              <a:pPr lvl="0" algn="ctr"/>
              <a:r>
                <a:rPr b="0" i="0" dirty="0">
                  <a:ln>
                    <a:noFill/>
                  </a:ln>
                  <a:solidFill>
                    <a:schemeClr val="dk2"/>
                  </a:solidFill>
                  <a:latin typeface="Arial" panose="020B0604020202020204" pitchFamily="34" charset="0"/>
                </a:rPr>
                <a:t>/////</a:t>
              </a: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3"/>
          <p:cNvSpPr txBox="1">
            <a:spLocks noGrp="1"/>
          </p:cNvSpPr>
          <p:nvPr>
            <p:ph type="title"/>
          </p:nvPr>
        </p:nvSpPr>
        <p:spPr>
          <a:xfrm>
            <a:off x="5125450" y="539500"/>
            <a:ext cx="3461700" cy="24801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42" name="Google Shape;42;p3"/>
          <p:cNvSpPr txBox="1">
            <a:spLocks noGrp="1"/>
          </p:cNvSpPr>
          <p:nvPr>
            <p:ph type="title" idx="2" hasCustomPrompt="1"/>
          </p:nvPr>
        </p:nvSpPr>
        <p:spPr>
          <a:xfrm>
            <a:off x="3845300" y="1912900"/>
            <a:ext cx="1093200" cy="1106700"/>
          </a:xfrm>
          <a:prstGeom prst="rect">
            <a:avLst/>
          </a:prstGeom>
        </p:spPr>
        <p:txBody>
          <a:bodyPr spcFirstLastPara="1" wrap="square" lIns="91425" tIns="91425" rIns="91425" bIns="91425" anchor="b" anchorCtr="0">
            <a:noAutofit/>
          </a:bodyPr>
          <a:lstStyle>
            <a:lvl1pPr lvl="0" algn="r" rtl="0">
              <a:spcBef>
                <a:spcPts val="0"/>
              </a:spcBef>
              <a:spcAft>
                <a:spcPts val="0"/>
              </a:spcAft>
              <a:buSzPts val="6000"/>
              <a:buNone/>
              <a:defRPr sz="6000">
                <a:solidFill>
                  <a:schemeClr val="accen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43" name="Google Shape;43;p3"/>
          <p:cNvSpPr txBox="1">
            <a:spLocks noGrp="1"/>
          </p:cNvSpPr>
          <p:nvPr>
            <p:ph type="subTitle" idx="1"/>
          </p:nvPr>
        </p:nvSpPr>
        <p:spPr>
          <a:xfrm>
            <a:off x="5125450" y="3154800"/>
            <a:ext cx="2131800" cy="7149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atin typeface="Arial" panose="020B0604020202020204" pitchFamily="34" charset="0"/>
                <a:cs typeface="Arial" panose="020B0604020202020204" pitchFamily="34" charset="0"/>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dirty="0"/>
          </a:p>
        </p:txBody>
      </p:sp>
      <p:sp>
        <p:nvSpPr>
          <p:cNvPr id="44" name="Google Shape;44;p3"/>
          <p:cNvSpPr>
            <a:spLocks noGrp="1"/>
          </p:cNvSpPr>
          <p:nvPr>
            <p:ph type="pic" idx="3"/>
          </p:nvPr>
        </p:nvSpPr>
        <p:spPr>
          <a:xfrm>
            <a:off x="713225" y="539500"/>
            <a:ext cx="2821800" cy="1473900"/>
          </a:xfrm>
          <a:prstGeom prst="rect">
            <a:avLst/>
          </a:prstGeom>
          <a:noFill/>
          <a:ln w="9525" cap="flat" cmpd="sng">
            <a:solidFill>
              <a:schemeClr val="dk2"/>
            </a:solidFill>
            <a:prstDash val="solid"/>
            <a:round/>
            <a:headEnd type="none" w="sm" len="sm"/>
            <a:tailEnd type="none" w="sm" len="sm"/>
          </a:ln>
        </p:spPr>
        <p:txBody>
          <a:bodyPr/>
          <a:lstStyle>
            <a:lvl1pPr>
              <a:defRPr>
                <a:latin typeface="Arial" panose="020B0604020202020204" pitchFamily="34" charset="0"/>
                <a:cs typeface="Arial" panose="020B0604020202020204" pitchFamily="34" charset="0"/>
              </a:defRPr>
            </a:lvl1pPr>
          </a:lstStyle>
          <a:p>
            <a:endParaRPr lang="en-US" dirty="0"/>
          </a:p>
        </p:txBody>
      </p:sp>
      <p:sp>
        <p:nvSpPr>
          <p:cNvPr id="45" name="Google Shape;45;p3"/>
          <p:cNvSpPr>
            <a:spLocks noGrp="1"/>
          </p:cNvSpPr>
          <p:nvPr>
            <p:ph type="pic" idx="4"/>
          </p:nvPr>
        </p:nvSpPr>
        <p:spPr>
          <a:xfrm>
            <a:off x="713225" y="2286800"/>
            <a:ext cx="2821800" cy="2213100"/>
          </a:xfrm>
          <a:prstGeom prst="rect">
            <a:avLst/>
          </a:prstGeom>
          <a:noFill/>
          <a:ln w="9525" cap="flat" cmpd="sng">
            <a:solidFill>
              <a:schemeClr val="dk2"/>
            </a:solidFill>
            <a:prstDash val="solid"/>
            <a:round/>
            <a:headEnd type="none" w="sm" len="sm"/>
            <a:tailEnd type="none" w="sm" len="sm"/>
          </a:ln>
        </p:spPr>
        <p:txBody>
          <a:bodyPr/>
          <a:lstStyle>
            <a:lvl1pPr>
              <a:defRPr>
                <a:latin typeface="Arial" panose="020B0604020202020204" pitchFamily="34" charset="0"/>
                <a:cs typeface="Arial" panose="020B0604020202020204" pitchFamily="34" charset="0"/>
              </a:defRPr>
            </a:lvl1pPr>
          </a:lstStyle>
          <a:p>
            <a:endParaRPr lang="en-US" dirty="0"/>
          </a:p>
        </p:txBody>
      </p:sp>
      <p:grpSp>
        <p:nvGrpSpPr>
          <p:cNvPr id="46" name="Google Shape;46;p3"/>
          <p:cNvGrpSpPr/>
          <p:nvPr/>
        </p:nvGrpSpPr>
        <p:grpSpPr>
          <a:xfrm>
            <a:off x="-124719" y="-2"/>
            <a:ext cx="9243062" cy="5143502"/>
            <a:chOff x="-124719" y="-2"/>
            <a:chExt cx="9243062" cy="5143502"/>
          </a:xfrm>
        </p:grpSpPr>
        <p:grpSp>
          <p:nvGrpSpPr>
            <p:cNvPr id="47" name="Google Shape;47;p3"/>
            <p:cNvGrpSpPr/>
            <p:nvPr/>
          </p:nvGrpSpPr>
          <p:grpSpPr>
            <a:xfrm>
              <a:off x="7743209" y="4798805"/>
              <a:ext cx="1375134" cy="344696"/>
              <a:chOff x="3166475" y="3034375"/>
              <a:chExt cx="2958550" cy="741600"/>
            </a:xfrm>
          </p:grpSpPr>
          <p:sp>
            <p:nvSpPr>
              <p:cNvPr id="48" name="Google Shape;48;p3"/>
              <p:cNvSpPr/>
              <p:nvPr/>
            </p:nvSpPr>
            <p:spPr>
              <a:xfrm>
                <a:off x="3166475" y="3034375"/>
                <a:ext cx="370800" cy="370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49" name="Google Shape;49;p3"/>
              <p:cNvSpPr/>
              <p:nvPr/>
            </p:nvSpPr>
            <p:spPr>
              <a:xfrm>
                <a:off x="3537275" y="3405175"/>
                <a:ext cx="370800" cy="370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50" name="Google Shape;50;p3"/>
              <p:cNvSpPr/>
              <p:nvPr/>
            </p:nvSpPr>
            <p:spPr>
              <a:xfrm>
                <a:off x="3911375" y="3034375"/>
                <a:ext cx="370800" cy="370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51" name="Google Shape;51;p3"/>
              <p:cNvSpPr/>
              <p:nvPr/>
            </p:nvSpPr>
            <p:spPr>
              <a:xfrm>
                <a:off x="4282175" y="3405175"/>
                <a:ext cx="370800" cy="370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52" name="Google Shape;52;p3"/>
              <p:cNvSpPr/>
              <p:nvPr/>
            </p:nvSpPr>
            <p:spPr>
              <a:xfrm>
                <a:off x="4638525" y="3034375"/>
                <a:ext cx="370800" cy="370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53" name="Google Shape;53;p3"/>
              <p:cNvSpPr/>
              <p:nvPr/>
            </p:nvSpPr>
            <p:spPr>
              <a:xfrm>
                <a:off x="5009325" y="3405175"/>
                <a:ext cx="370800" cy="370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54" name="Google Shape;54;p3"/>
              <p:cNvSpPr/>
              <p:nvPr/>
            </p:nvSpPr>
            <p:spPr>
              <a:xfrm>
                <a:off x="5383425" y="3034375"/>
                <a:ext cx="370800" cy="370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55" name="Google Shape;55;p3"/>
              <p:cNvSpPr/>
              <p:nvPr/>
            </p:nvSpPr>
            <p:spPr>
              <a:xfrm>
                <a:off x="5754225" y="3405175"/>
                <a:ext cx="370800" cy="370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sp>
          <p:nvSpPr>
            <p:cNvPr id="56" name="Google Shape;56;p3"/>
            <p:cNvSpPr/>
            <p:nvPr/>
          </p:nvSpPr>
          <p:spPr>
            <a:xfrm>
              <a:off x="7072299" y="-2"/>
              <a:ext cx="907701" cy="224601"/>
            </a:xfrm>
            <a:prstGeom prst="rect">
              <a:avLst/>
            </a:prstGeom>
          </p:spPr>
          <p:txBody>
            <a:bodyPr>
              <a:prstTxWarp prst="textPlain">
                <a:avLst/>
              </a:prstTxWarp>
            </a:bodyPr>
            <a:lstStyle/>
            <a:p>
              <a:pPr lvl="0" algn="ctr"/>
              <a:r>
                <a:rPr b="0" i="0" dirty="0">
                  <a:ln>
                    <a:noFill/>
                  </a:ln>
                  <a:solidFill>
                    <a:schemeClr val="dk2"/>
                  </a:solidFill>
                  <a:latin typeface="Arial" panose="020B0604020202020204" pitchFamily="34" charset="0"/>
                </a:rPr>
                <a:t>/////</a:t>
              </a:r>
            </a:p>
          </p:txBody>
        </p:sp>
        <p:grpSp>
          <p:nvGrpSpPr>
            <p:cNvPr id="57" name="Google Shape;57;p3"/>
            <p:cNvGrpSpPr/>
            <p:nvPr/>
          </p:nvGrpSpPr>
          <p:grpSpPr>
            <a:xfrm>
              <a:off x="-124719" y="4155202"/>
              <a:ext cx="489317" cy="344700"/>
              <a:chOff x="3505000" y="2578075"/>
              <a:chExt cx="1546025" cy="1089100"/>
            </a:xfrm>
          </p:grpSpPr>
          <p:grpSp>
            <p:nvGrpSpPr>
              <p:cNvPr id="58" name="Google Shape;58;p3"/>
              <p:cNvGrpSpPr/>
              <p:nvPr/>
            </p:nvGrpSpPr>
            <p:grpSpPr>
              <a:xfrm>
                <a:off x="3505000" y="2578075"/>
                <a:ext cx="232500" cy="1089100"/>
                <a:chOff x="3505000" y="595000"/>
                <a:chExt cx="232500" cy="1089100"/>
              </a:xfrm>
            </p:grpSpPr>
            <p:sp>
              <p:nvSpPr>
                <p:cNvPr id="59" name="Google Shape;59;p3"/>
                <p:cNvSpPr/>
                <p:nvPr/>
              </p:nvSpPr>
              <p:spPr>
                <a:xfrm>
                  <a:off x="3505000" y="5950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60" name="Google Shape;60;p3"/>
                <p:cNvSpPr/>
                <p:nvPr/>
              </p:nvSpPr>
              <p:spPr>
                <a:xfrm>
                  <a:off x="3505000" y="10233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61" name="Google Shape;61;p3"/>
                <p:cNvSpPr/>
                <p:nvPr/>
              </p:nvSpPr>
              <p:spPr>
                <a:xfrm>
                  <a:off x="3505000" y="14516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grpSp>
            <p:nvGrpSpPr>
              <p:cNvPr id="62" name="Google Shape;62;p3"/>
              <p:cNvGrpSpPr/>
              <p:nvPr/>
            </p:nvGrpSpPr>
            <p:grpSpPr>
              <a:xfrm>
                <a:off x="3928475" y="2578075"/>
                <a:ext cx="232500" cy="1089100"/>
                <a:chOff x="3505000" y="595000"/>
                <a:chExt cx="232500" cy="1089100"/>
              </a:xfrm>
            </p:grpSpPr>
            <p:sp>
              <p:nvSpPr>
                <p:cNvPr id="63" name="Google Shape;63;p3"/>
                <p:cNvSpPr/>
                <p:nvPr/>
              </p:nvSpPr>
              <p:spPr>
                <a:xfrm>
                  <a:off x="3505000" y="5950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64" name="Google Shape;64;p3"/>
                <p:cNvSpPr/>
                <p:nvPr/>
              </p:nvSpPr>
              <p:spPr>
                <a:xfrm>
                  <a:off x="3505000" y="10233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65" name="Google Shape;65;p3"/>
                <p:cNvSpPr/>
                <p:nvPr/>
              </p:nvSpPr>
              <p:spPr>
                <a:xfrm>
                  <a:off x="3505000" y="14516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grpSp>
            <p:nvGrpSpPr>
              <p:cNvPr id="66" name="Google Shape;66;p3"/>
              <p:cNvGrpSpPr/>
              <p:nvPr/>
            </p:nvGrpSpPr>
            <p:grpSpPr>
              <a:xfrm>
                <a:off x="4395050" y="2578075"/>
                <a:ext cx="232500" cy="1089100"/>
                <a:chOff x="3505000" y="595000"/>
                <a:chExt cx="232500" cy="1089100"/>
              </a:xfrm>
            </p:grpSpPr>
            <p:sp>
              <p:nvSpPr>
                <p:cNvPr id="67" name="Google Shape;67;p3"/>
                <p:cNvSpPr/>
                <p:nvPr/>
              </p:nvSpPr>
              <p:spPr>
                <a:xfrm>
                  <a:off x="3505000" y="5950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68" name="Google Shape;68;p3"/>
                <p:cNvSpPr/>
                <p:nvPr/>
              </p:nvSpPr>
              <p:spPr>
                <a:xfrm>
                  <a:off x="3505000" y="10233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69" name="Google Shape;69;p3"/>
                <p:cNvSpPr/>
                <p:nvPr/>
              </p:nvSpPr>
              <p:spPr>
                <a:xfrm>
                  <a:off x="3505000" y="14516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grpSp>
            <p:nvGrpSpPr>
              <p:cNvPr id="70" name="Google Shape;70;p3"/>
              <p:cNvGrpSpPr/>
              <p:nvPr/>
            </p:nvGrpSpPr>
            <p:grpSpPr>
              <a:xfrm>
                <a:off x="4818525" y="2578075"/>
                <a:ext cx="232500" cy="1089100"/>
                <a:chOff x="3505000" y="595000"/>
                <a:chExt cx="232500" cy="1089100"/>
              </a:xfrm>
            </p:grpSpPr>
            <p:sp>
              <p:nvSpPr>
                <p:cNvPr id="71" name="Google Shape;71;p3"/>
                <p:cNvSpPr/>
                <p:nvPr/>
              </p:nvSpPr>
              <p:spPr>
                <a:xfrm>
                  <a:off x="3505000" y="5950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72" name="Google Shape;72;p3"/>
                <p:cNvSpPr/>
                <p:nvPr/>
              </p:nvSpPr>
              <p:spPr>
                <a:xfrm>
                  <a:off x="3505000" y="10233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73" name="Google Shape;73;p3"/>
                <p:cNvSpPr/>
                <p:nvPr/>
              </p:nvSpPr>
              <p:spPr>
                <a:xfrm>
                  <a:off x="3505000" y="14516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74"/>
        <p:cNvGrpSpPr/>
        <p:nvPr/>
      </p:nvGrpSpPr>
      <p:grpSpPr>
        <a:xfrm>
          <a:off x="0" y="0"/>
          <a:ext cx="0" cy="0"/>
          <a:chOff x="0" y="0"/>
          <a:chExt cx="0" cy="0"/>
        </a:xfrm>
      </p:grpSpPr>
      <p:sp>
        <p:nvSpPr>
          <p:cNvPr id="75" name="Google Shape;75;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76" name="Google Shape;76;p4"/>
          <p:cNvSpPr txBox="1">
            <a:spLocks noGrp="1"/>
          </p:cNvSpPr>
          <p:nvPr>
            <p:ph type="body" idx="1"/>
          </p:nvPr>
        </p:nvSpPr>
        <p:spPr>
          <a:xfrm>
            <a:off x="720000" y="1125625"/>
            <a:ext cx="7704000" cy="3873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a:latin typeface="Arial" panose="020B0604020202020204" pitchFamily="34" charset="0"/>
                <a:cs typeface="Arial" panose="020B0604020202020204" pitchFamily="34" charset="0"/>
              </a:defRPr>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1600"/>
              </a:spcBef>
              <a:spcAft>
                <a:spcPts val="0"/>
              </a:spcAft>
              <a:buSzPts val="1400"/>
              <a:buChar char="■"/>
              <a:defRPr/>
            </a:lvl3pPr>
            <a:lvl4pPr marL="1828800" lvl="3" indent="-317500" rtl="0">
              <a:lnSpc>
                <a:spcPct val="115000"/>
              </a:lnSpc>
              <a:spcBef>
                <a:spcPts val="1600"/>
              </a:spcBef>
              <a:spcAft>
                <a:spcPts val="0"/>
              </a:spcAft>
              <a:buSzPts val="1400"/>
              <a:buChar char="●"/>
              <a:defRPr/>
            </a:lvl4pPr>
            <a:lvl5pPr marL="2286000" lvl="4" indent="-317500" rtl="0">
              <a:lnSpc>
                <a:spcPct val="115000"/>
              </a:lnSpc>
              <a:spcBef>
                <a:spcPts val="1600"/>
              </a:spcBef>
              <a:spcAft>
                <a:spcPts val="0"/>
              </a:spcAft>
              <a:buSzPts val="1400"/>
              <a:buChar char="○"/>
              <a:defRPr/>
            </a:lvl5pPr>
            <a:lvl6pPr marL="2743200" lvl="5" indent="-317500" rtl="0">
              <a:lnSpc>
                <a:spcPct val="115000"/>
              </a:lnSpc>
              <a:spcBef>
                <a:spcPts val="1600"/>
              </a:spcBef>
              <a:spcAft>
                <a:spcPts val="0"/>
              </a:spcAft>
              <a:buSzPts val="1400"/>
              <a:buChar char="■"/>
              <a:defRPr/>
            </a:lvl6pPr>
            <a:lvl7pPr marL="3200400" lvl="6" indent="-317500" rtl="0">
              <a:lnSpc>
                <a:spcPct val="115000"/>
              </a:lnSpc>
              <a:spcBef>
                <a:spcPts val="1600"/>
              </a:spcBef>
              <a:spcAft>
                <a:spcPts val="0"/>
              </a:spcAft>
              <a:buSzPts val="1400"/>
              <a:buChar char="●"/>
              <a:defRPr/>
            </a:lvl7pPr>
            <a:lvl8pPr marL="3657600" lvl="7" indent="-317500" rtl="0">
              <a:lnSpc>
                <a:spcPct val="115000"/>
              </a:lnSpc>
              <a:spcBef>
                <a:spcPts val="1600"/>
              </a:spcBef>
              <a:spcAft>
                <a:spcPts val="0"/>
              </a:spcAft>
              <a:buSzPts val="1400"/>
              <a:buChar char="○"/>
              <a:defRPr/>
            </a:lvl8pPr>
            <a:lvl9pPr marL="4114800" lvl="8" indent="-317500" rtl="0">
              <a:lnSpc>
                <a:spcPct val="115000"/>
              </a:lnSpc>
              <a:spcBef>
                <a:spcPts val="1600"/>
              </a:spcBef>
              <a:spcAft>
                <a:spcPts val="1600"/>
              </a:spcAft>
              <a:buSzPts val="1400"/>
              <a:buChar char="■"/>
              <a:defRPr/>
            </a:lvl9pPr>
          </a:lstStyle>
          <a:p>
            <a:endParaRPr dirty="0"/>
          </a:p>
        </p:txBody>
      </p:sp>
      <p:grpSp>
        <p:nvGrpSpPr>
          <p:cNvPr id="77" name="Google Shape;77;p4"/>
          <p:cNvGrpSpPr/>
          <p:nvPr/>
        </p:nvGrpSpPr>
        <p:grpSpPr>
          <a:xfrm>
            <a:off x="-133219" y="-685100"/>
            <a:ext cx="9563419" cy="5828601"/>
            <a:chOff x="-133219" y="-685100"/>
            <a:chExt cx="9563419" cy="5828601"/>
          </a:xfrm>
        </p:grpSpPr>
        <p:sp>
          <p:nvSpPr>
            <p:cNvPr id="78" name="Google Shape;78;p4"/>
            <p:cNvSpPr/>
            <p:nvPr/>
          </p:nvSpPr>
          <p:spPr>
            <a:xfrm>
              <a:off x="8205600" y="-685100"/>
              <a:ext cx="1224600" cy="1224600"/>
            </a:xfrm>
            <a:prstGeom prst="donut">
              <a:avLst>
                <a:gd name="adj" fmla="val 14749"/>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nvGrpSpPr>
            <p:cNvPr id="79" name="Google Shape;79;p4"/>
            <p:cNvGrpSpPr/>
            <p:nvPr/>
          </p:nvGrpSpPr>
          <p:grpSpPr>
            <a:xfrm>
              <a:off x="356109" y="4798805"/>
              <a:ext cx="1375134" cy="344696"/>
              <a:chOff x="3166475" y="3034375"/>
              <a:chExt cx="2958550" cy="741600"/>
            </a:xfrm>
          </p:grpSpPr>
          <p:sp>
            <p:nvSpPr>
              <p:cNvPr id="80" name="Google Shape;80;p4"/>
              <p:cNvSpPr/>
              <p:nvPr/>
            </p:nvSpPr>
            <p:spPr>
              <a:xfrm>
                <a:off x="3166475" y="3034375"/>
                <a:ext cx="370800" cy="370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81" name="Google Shape;81;p4"/>
              <p:cNvSpPr/>
              <p:nvPr/>
            </p:nvSpPr>
            <p:spPr>
              <a:xfrm>
                <a:off x="3537275" y="3405175"/>
                <a:ext cx="370800" cy="370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82" name="Google Shape;82;p4"/>
              <p:cNvSpPr/>
              <p:nvPr/>
            </p:nvSpPr>
            <p:spPr>
              <a:xfrm>
                <a:off x="3911375" y="3034375"/>
                <a:ext cx="370800" cy="370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83" name="Google Shape;83;p4"/>
              <p:cNvSpPr/>
              <p:nvPr/>
            </p:nvSpPr>
            <p:spPr>
              <a:xfrm>
                <a:off x="4282175" y="3405175"/>
                <a:ext cx="370800" cy="370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84" name="Google Shape;84;p4"/>
              <p:cNvSpPr/>
              <p:nvPr/>
            </p:nvSpPr>
            <p:spPr>
              <a:xfrm>
                <a:off x="4638525" y="3034375"/>
                <a:ext cx="370800" cy="370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85" name="Google Shape;85;p4"/>
              <p:cNvSpPr/>
              <p:nvPr/>
            </p:nvSpPr>
            <p:spPr>
              <a:xfrm>
                <a:off x="5009325" y="3405175"/>
                <a:ext cx="370800" cy="370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86" name="Google Shape;86;p4"/>
              <p:cNvSpPr/>
              <p:nvPr/>
            </p:nvSpPr>
            <p:spPr>
              <a:xfrm>
                <a:off x="5383425" y="3034375"/>
                <a:ext cx="370800" cy="370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87" name="Google Shape;87;p4"/>
              <p:cNvSpPr/>
              <p:nvPr/>
            </p:nvSpPr>
            <p:spPr>
              <a:xfrm>
                <a:off x="5754225" y="3405175"/>
                <a:ext cx="370800" cy="370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grpSp>
          <p:nvGrpSpPr>
            <p:cNvPr id="88" name="Google Shape;88;p4"/>
            <p:cNvGrpSpPr/>
            <p:nvPr/>
          </p:nvGrpSpPr>
          <p:grpSpPr>
            <a:xfrm>
              <a:off x="-133219" y="1614827"/>
              <a:ext cx="489317" cy="344700"/>
              <a:chOff x="3505000" y="2578075"/>
              <a:chExt cx="1546025" cy="1089100"/>
            </a:xfrm>
          </p:grpSpPr>
          <p:grpSp>
            <p:nvGrpSpPr>
              <p:cNvPr id="89" name="Google Shape;89;p4"/>
              <p:cNvGrpSpPr/>
              <p:nvPr/>
            </p:nvGrpSpPr>
            <p:grpSpPr>
              <a:xfrm>
                <a:off x="3505000" y="2578075"/>
                <a:ext cx="232500" cy="1089100"/>
                <a:chOff x="3505000" y="595000"/>
                <a:chExt cx="232500" cy="1089100"/>
              </a:xfrm>
            </p:grpSpPr>
            <p:sp>
              <p:nvSpPr>
                <p:cNvPr id="90" name="Google Shape;90;p4"/>
                <p:cNvSpPr/>
                <p:nvPr/>
              </p:nvSpPr>
              <p:spPr>
                <a:xfrm>
                  <a:off x="3505000" y="5950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91" name="Google Shape;91;p4"/>
                <p:cNvSpPr/>
                <p:nvPr/>
              </p:nvSpPr>
              <p:spPr>
                <a:xfrm>
                  <a:off x="3505000" y="10233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92" name="Google Shape;92;p4"/>
                <p:cNvSpPr/>
                <p:nvPr/>
              </p:nvSpPr>
              <p:spPr>
                <a:xfrm>
                  <a:off x="3505000" y="14516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grpSp>
            <p:nvGrpSpPr>
              <p:cNvPr id="93" name="Google Shape;93;p4"/>
              <p:cNvGrpSpPr/>
              <p:nvPr/>
            </p:nvGrpSpPr>
            <p:grpSpPr>
              <a:xfrm>
                <a:off x="3928475" y="2578075"/>
                <a:ext cx="232500" cy="1089100"/>
                <a:chOff x="3505000" y="595000"/>
                <a:chExt cx="232500" cy="1089100"/>
              </a:xfrm>
            </p:grpSpPr>
            <p:sp>
              <p:nvSpPr>
                <p:cNvPr id="94" name="Google Shape;94;p4"/>
                <p:cNvSpPr/>
                <p:nvPr/>
              </p:nvSpPr>
              <p:spPr>
                <a:xfrm>
                  <a:off x="3505000" y="5950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95" name="Google Shape;95;p4"/>
                <p:cNvSpPr/>
                <p:nvPr/>
              </p:nvSpPr>
              <p:spPr>
                <a:xfrm>
                  <a:off x="3505000" y="10233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96" name="Google Shape;96;p4"/>
                <p:cNvSpPr/>
                <p:nvPr/>
              </p:nvSpPr>
              <p:spPr>
                <a:xfrm>
                  <a:off x="3505000" y="14516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grpSp>
            <p:nvGrpSpPr>
              <p:cNvPr id="97" name="Google Shape;97;p4"/>
              <p:cNvGrpSpPr/>
              <p:nvPr/>
            </p:nvGrpSpPr>
            <p:grpSpPr>
              <a:xfrm>
                <a:off x="4395050" y="2578075"/>
                <a:ext cx="232500" cy="1089100"/>
                <a:chOff x="3505000" y="595000"/>
                <a:chExt cx="232500" cy="1089100"/>
              </a:xfrm>
            </p:grpSpPr>
            <p:sp>
              <p:nvSpPr>
                <p:cNvPr id="98" name="Google Shape;98;p4"/>
                <p:cNvSpPr/>
                <p:nvPr/>
              </p:nvSpPr>
              <p:spPr>
                <a:xfrm>
                  <a:off x="3505000" y="5950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99" name="Google Shape;99;p4"/>
                <p:cNvSpPr/>
                <p:nvPr/>
              </p:nvSpPr>
              <p:spPr>
                <a:xfrm>
                  <a:off x="3505000" y="10233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100" name="Google Shape;100;p4"/>
                <p:cNvSpPr/>
                <p:nvPr/>
              </p:nvSpPr>
              <p:spPr>
                <a:xfrm>
                  <a:off x="3505000" y="14516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grpSp>
            <p:nvGrpSpPr>
              <p:cNvPr id="101" name="Google Shape;101;p4"/>
              <p:cNvGrpSpPr/>
              <p:nvPr/>
            </p:nvGrpSpPr>
            <p:grpSpPr>
              <a:xfrm>
                <a:off x="4818525" y="2578075"/>
                <a:ext cx="232500" cy="1089100"/>
                <a:chOff x="3505000" y="595000"/>
                <a:chExt cx="232500" cy="1089100"/>
              </a:xfrm>
            </p:grpSpPr>
            <p:sp>
              <p:nvSpPr>
                <p:cNvPr id="102" name="Google Shape;102;p4"/>
                <p:cNvSpPr/>
                <p:nvPr/>
              </p:nvSpPr>
              <p:spPr>
                <a:xfrm>
                  <a:off x="3505000" y="5950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103" name="Google Shape;103;p4"/>
                <p:cNvSpPr/>
                <p:nvPr/>
              </p:nvSpPr>
              <p:spPr>
                <a:xfrm>
                  <a:off x="3505000" y="10233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104" name="Google Shape;104;p4"/>
                <p:cNvSpPr/>
                <p:nvPr/>
              </p:nvSpPr>
              <p:spPr>
                <a:xfrm>
                  <a:off x="3505000" y="14516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grpSp>
        <p:grpSp>
          <p:nvGrpSpPr>
            <p:cNvPr id="105" name="Google Shape;105;p4"/>
            <p:cNvGrpSpPr/>
            <p:nvPr/>
          </p:nvGrpSpPr>
          <p:grpSpPr>
            <a:xfrm>
              <a:off x="8774546" y="4133675"/>
              <a:ext cx="86700" cy="709941"/>
              <a:chOff x="8750921" y="3885175"/>
              <a:chExt cx="86700" cy="709941"/>
            </a:xfrm>
          </p:grpSpPr>
          <p:sp>
            <p:nvSpPr>
              <p:cNvPr id="106" name="Google Shape;106;p4"/>
              <p:cNvSpPr/>
              <p:nvPr/>
            </p:nvSpPr>
            <p:spPr>
              <a:xfrm>
                <a:off x="8750921" y="3885175"/>
                <a:ext cx="86700" cy="864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107" name="Google Shape;107;p4"/>
              <p:cNvSpPr/>
              <p:nvPr/>
            </p:nvSpPr>
            <p:spPr>
              <a:xfrm>
                <a:off x="8750921" y="4196946"/>
                <a:ext cx="86700" cy="864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108" name="Google Shape;108;p4"/>
              <p:cNvSpPr/>
              <p:nvPr/>
            </p:nvSpPr>
            <p:spPr>
              <a:xfrm>
                <a:off x="8750921" y="4508716"/>
                <a:ext cx="86700" cy="864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09"/>
        <p:cNvGrpSpPr/>
        <p:nvPr/>
      </p:nvGrpSpPr>
      <p:grpSpPr>
        <a:xfrm>
          <a:off x="0" y="0"/>
          <a:ext cx="0" cy="0"/>
          <a:chOff x="0" y="0"/>
          <a:chExt cx="0" cy="0"/>
        </a:xfrm>
      </p:grpSpPr>
      <p:sp>
        <p:nvSpPr>
          <p:cNvPr id="110" name="Google Shape;110;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11" name="Google Shape;111;p5"/>
          <p:cNvSpPr txBox="1">
            <a:spLocks noGrp="1"/>
          </p:cNvSpPr>
          <p:nvPr>
            <p:ph type="subTitle" idx="1"/>
          </p:nvPr>
        </p:nvSpPr>
        <p:spPr>
          <a:xfrm>
            <a:off x="6021300" y="3534375"/>
            <a:ext cx="2402700" cy="7032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b="0">
                <a:latin typeface="Arial" panose="020B0604020202020204" pitchFamily="34" charset="0"/>
                <a:cs typeface="Arial" panose="020B0604020202020204" pitchFamily="34" charset="0"/>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dirty="0"/>
          </a:p>
        </p:txBody>
      </p:sp>
      <p:sp>
        <p:nvSpPr>
          <p:cNvPr id="112" name="Google Shape;112;p5"/>
          <p:cNvSpPr txBox="1">
            <a:spLocks noGrp="1"/>
          </p:cNvSpPr>
          <p:nvPr>
            <p:ph type="subTitle" idx="2"/>
          </p:nvPr>
        </p:nvSpPr>
        <p:spPr>
          <a:xfrm>
            <a:off x="3463550" y="3534375"/>
            <a:ext cx="2402700" cy="7032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b="0">
                <a:latin typeface="Arial" panose="020B0604020202020204" pitchFamily="34" charset="0"/>
                <a:cs typeface="Arial" panose="020B0604020202020204" pitchFamily="34" charset="0"/>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dirty="0"/>
          </a:p>
        </p:txBody>
      </p:sp>
      <p:sp>
        <p:nvSpPr>
          <p:cNvPr id="113" name="Google Shape;113;p5"/>
          <p:cNvSpPr txBox="1">
            <a:spLocks noGrp="1"/>
          </p:cNvSpPr>
          <p:nvPr>
            <p:ph type="subTitle" idx="3"/>
          </p:nvPr>
        </p:nvSpPr>
        <p:spPr>
          <a:xfrm>
            <a:off x="6021300" y="3180675"/>
            <a:ext cx="2402700" cy="429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200"/>
              <a:buFont typeface="DM Sans"/>
              <a:buNone/>
              <a:defRPr sz="2200">
                <a:latin typeface="Anton"/>
                <a:ea typeface="Anton"/>
                <a:cs typeface="Anton"/>
                <a:sym typeface="Anton"/>
              </a:defRPr>
            </a:lvl1pPr>
            <a:lvl2pPr lvl="1" algn="ctr" rtl="0">
              <a:lnSpc>
                <a:spcPct val="115000"/>
              </a:lnSpc>
              <a:spcBef>
                <a:spcPts val="0"/>
              </a:spcBef>
              <a:spcAft>
                <a:spcPts val="0"/>
              </a:spcAft>
              <a:buSzPts val="2200"/>
              <a:buFont typeface="DM Sans"/>
              <a:buNone/>
              <a:defRPr sz="2200" b="1">
                <a:latin typeface="DM Sans"/>
                <a:ea typeface="DM Sans"/>
                <a:cs typeface="DM Sans"/>
                <a:sym typeface="DM Sans"/>
              </a:defRPr>
            </a:lvl2pPr>
            <a:lvl3pPr lvl="2" algn="ctr" rtl="0">
              <a:lnSpc>
                <a:spcPct val="115000"/>
              </a:lnSpc>
              <a:spcBef>
                <a:spcPts val="0"/>
              </a:spcBef>
              <a:spcAft>
                <a:spcPts val="0"/>
              </a:spcAft>
              <a:buSzPts val="2200"/>
              <a:buFont typeface="DM Sans"/>
              <a:buNone/>
              <a:defRPr sz="2200" b="1">
                <a:latin typeface="DM Sans"/>
                <a:ea typeface="DM Sans"/>
                <a:cs typeface="DM Sans"/>
                <a:sym typeface="DM Sans"/>
              </a:defRPr>
            </a:lvl3pPr>
            <a:lvl4pPr lvl="3" algn="ctr" rtl="0">
              <a:lnSpc>
                <a:spcPct val="115000"/>
              </a:lnSpc>
              <a:spcBef>
                <a:spcPts val="0"/>
              </a:spcBef>
              <a:spcAft>
                <a:spcPts val="0"/>
              </a:spcAft>
              <a:buSzPts val="2200"/>
              <a:buFont typeface="DM Sans"/>
              <a:buNone/>
              <a:defRPr sz="2200" b="1">
                <a:latin typeface="DM Sans"/>
                <a:ea typeface="DM Sans"/>
                <a:cs typeface="DM Sans"/>
                <a:sym typeface="DM Sans"/>
              </a:defRPr>
            </a:lvl4pPr>
            <a:lvl5pPr lvl="4" algn="ctr" rtl="0">
              <a:lnSpc>
                <a:spcPct val="115000"/>
              </a:lnSpc>
              <a:spcBef>
                <a:spcPts val="0"/>
              </a:spcBef>
              <a:spcAft>
                <a:spcPts val="0"/>
              </a:spcAft>
              <a:buSzPts val="2200"/>
              <a:buFont typeface="DM Sans"/>
              <a:buNone/>
              <a:defRPr sz="2200" b="1">
                <a:latin typeface="DM Sans"/>
                <a:ea typeface="DM Sans"/>
                <a:cs typeface="DM Sans"/>
                <a:sym typeface="DM Sans"/>
              </a:defRPr>
            </a:lvl5pPr>
            <a:lvl6pPr lvl="5" algn="ctr" rtl="0">
              <a:lnSpc>
                <a:spcPct val="115000"/>
              </a:lnSpc>
              <a:spcBef>
                <a:spcPts val="0"/>
              </a:spcBef>
              <a:spcAft>
                <a:spcPts val="0"/>
              </a:spcAft>
              <a:buSzPts val="2200"/>
              <a:buFont typeface="DM Sans"/>
              <a:buNone/>
              <a:defRPr sz="2200" b="1">
                <a:latin typeface="DM Sans"/>
                <a:ea typeface="DM Sans"/>
                <a:cs typeface="DM Sans"/>
                <a:sym typeface="DM Sans"/>
              </a:defRPr>
            </a:lvl6pPr>
            <a:lvl7pPr lvl="6" algn="ctr" rtl="0">
              <a:lnSpc>
                <a:spcPct val="115000"/>
              </a:lnSpc>
              <a:spcBef>
                <a:spcPts val="0"/>
              </a:spcBef>
              <a:spcAft>
                <a:spcPts val="0"/>
              </a:spcAft>
              <a:buSzPts val="2200"/>
              <a:buFont typeface="DM Sans"/>
              <a:buNone/>
              <a:defRPr sz="2200" b="1">
                <a:latin typeface="DM Sans"/>
                <a:ea typeface="DM Sans"/>
                <a:cs typeface="DM Sans"/>
                <a:sym typeface="DM Sans"/>
              </a:defRPr>
            </a:lvl7pPr>
            <a:lvl8pPr lvl="7" algn="ctr" rtl="0">
              <a:lnSpc>
                <a:spcPct val="115000"/>
              </a:lnSpc>
              <a:spcBef>
                <a:spcPts val="0"/>
              </a:spcBef>
              <a:spcAft>
                <a:spcPts val="0"/>
              </a:spcAft>
              <a:buSzPts val="2200"/>
              <a:buFont typeface="DM Sans"/>
              <a:buNone/>
              <a:defRPr sz="2200" b="1">
                <a:latin typeface="DM Sans"/>
                <a:ea typeface="DM Sans"/>
                <a:cs typeface="DM Sans"/>
                <a:sym typeface="DM Sans"/>
              </a:defRPr>
            </a:lvl8pPr>
            <a:lvl9pPr lvl="8" algn="ctr" rtl="0">
              <a:lnSpc>
                <a:spcPct val="115000"/>
              </a:lnSpc>
              <a:spcBef>
                <a:spcPts val="0"/>
              </a:spcBef>
              <a:spcAft>
                <a:spcPts val="0"/>
              </a:spcAft>
              <a:buSzPts val="2200"/>
              <a:buFont typeface="DM Sans"/>
              <a:buNone/>
              <a:defRPr sz="2200" b="1">
                <a:latin typeface="DM Sans"/>
                <a:ea typeface="DM Sans"/>
                <a:cs typeface="DM Sans"/>
                <a:sym typeface="DM Sans"/>
              </a:defRPr>
            </a:lvl9pPr>
          </a:lstStyle>
          <a:p>
            <a:endParaRPr/>
          </a:p>
        </p:txBody>
      </p:sp>
      <p:sp>
        <p:nvSpPr>
          <p:cNvPr id="114" name="Google Shape;114;p5"/>
          <p:cNvSpPr txBox="1">
            <a:spLocks noGrp="1"/>
          </p:cNvSpPr>
          <p:nvPr>
            <p:ph type="subTitle" idx="4"/>
          </p:nvPr>
        </p:nvSpPr>
        <p:spPr>
          <a:xfrm>
            <a:off x="3463550" y="3180675"/>
            <a:ext cx="2402700" cy="429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200"/>
              <a:buFont typeface="DM Sans"/>
              <a:buNone/>
              <a:defRPr sz="2200">
                <a:latin typeface="Anton"/>
                <a:ea typeface="Anton"/>
                <a:cs typeface="Anton"/>
                <a:sym typeface="Anton"/>
              </a:defRPr>
            </a:lvl1pPr>
            <a:lvl2pPr lvl="1" algn="ctr" rtl="0">
              <a:lnSpc>
                <a:spcPct val="115000"/>
              </a:lnSpc>
              <a:spcBef>
                <a:spcPts val="0"/>
              </a:spcBef>
              <a:spcAft>
                <a:spcPts val="0"/>
              </a:spcAft>
              <a:buSzPts val="2200"/>
              <a:buFont typeface="DM Sans"/>
              <a:buNone/>
              <a:defRPr sz="2200" b="1">
                <a:latin typeface="DM Sans"/>
                <a:ea typeface="DM Sans"/>
                <a:cs typeface="DM Sans"/>
                <a:sym typeface="DM Sans"/>
              </a:defRPr>
            </a:lvl2pPr>
            <a:lvl3pPr lvl="2" algn="ctr" rtl="0">
              <a:lnSpc>
                <a:spcPct val="115000"/>
              </a:lnSpc>
              <a:spcBef>
                <a:spcPts val="0"/>
              </a:spcBef>
              <a:spcAft>
                <a:spcPts val="0"/>
              </a:spcAft>
              <a:buSzPts val="2200"/>
              <a:buFont typeface="DM Sans"/>
              <a:buNone/>
              <a:defRPr sz="2200" b="1">
                <a:latin typeface="DM Sans"/>
                <a:ea typeface="DM Sans"/>
                <a:cs typeface="DM Sans"/>
                <a:sym typeface="DM Sans"/>
              </a:defRPr>
            </a:lvl3pPr>
            <a:lvl4pPr lvl="3" algn="ctr" rtl="0">
              <a:lnSpc>
                <a:spcPct val="115000"/>
              </a:lnSpc>
              <a:spcBef>
                <a:spcPts val="0"/>
              </a:spcBef>
              <a:spcAft>
                <a:spcPts val="0"/>
              </a:spcAft>
              <a:buSzPts val="2200"/>
              <a:buFont typeface="DM Sans"/>
              <a:buNone/>
              <a:defRPr sz="2200" b="1">
                <a:latin typeface="DM Sans"/>
                <a:ea typeface="DM Sans"/>
                <a:cs typeface="DM Sans"/>
                <a:sym typeface="DM Sans"/>
              </a:defRPr>
            </a:lvl4pPr>
            <a:lvl5pPr lvl="4" algn="ctr" rtl="0">
              <a:lnSpc>
                <a:spcPct val="115000"/>
              </a:lnSpc>
              <a:spcBef>
                <a:spcPts val="0"/>
              </a:spcBef>
              <a:spcAft>
                <a:spcPts val="0"/>
              </a:spcAft>
              <a:buSzPts val="2200"/>
              <a:buFont typeface="DM Sans"/>
              <a:buNone/>
              <a:defRPr sz="2200" b="1">
                <a:latin typeface="DM Sans"/>
                <a:ea typeface="DM Sans"/>
                <a:cs typeface="DM Sans"/>
                <a:sym typeface="DM Sans"/>
              </a:defRPr>
            </a:lvl5pPr>
            <a:lvl6pPr lvl="5" algn="ctr" rtl="0">
              <a:lnSpc>
                <a:spcPct val="115000"/>
              </a:lnSpc>
              <a:spcBef>
                <a:spcPts val="0"/>
              </a:spcBef>
              <a:spcAft>
                <a:spcPts val="0"/>
              </a:spcAft>
              <a:buSzPts val="2200"/>
              <a:buFont typeface="DM Sans"/>
              <a:buNone/>
              <a:defRPr sz="2200" b="1">
                <a:latin typeface="DM Sans"/>
                <a:ea typeface="DM Sans"/>
                <a:cs typeface="DM Sans"/>
                <a:sym typeface="DM Sans"/>
              </a:defRPr>
            </a:lvl6pPr>
            <a:lvl7pPr lvl="6" algn="ctr" rtl="0">
              <a:lnSpc>
                <a:spcPct val="115000"/>
              </a:lnSpc>
              <a:spcBef>
                <a:spcPts val="0"/>
              </a:spcBef>
              <a:spcAft>
                <a:spcPts val="0"/>
              </a:spcAft>
              <a:buSzPts val="2200"/>
              <a:buFont typeface="DM Sans"/>
              <a:buNone/>
              <a:defRPr sz="2200" b="1">
                <a:latin typeface="DM Sans"/>
                <a:ea typeface="DM Sans"/>
                <a:cs typeface="DM Sans"/>
                <a:sym typeface="DM Sans"/>
              </a:defRPr>
            </a:lvl7pPr>
            <a:lvl8pPr lvl="7" algn="ctr" rtl="0">
              <a:lnSpc>
                <a:spcPct val="115000"/>
              </a:lnSpc>
              <a:spcBef>
                <a:spcPts val="0"/>
              </a:spcBef>
              <a:spcAft>
                <a:spcPts val="0"/>
              </a:spcAft>
              <a:buSzPts val="2200"/>
              <a:buFont typeface="DM Sans"/>
              <a:buNone/>
              <a:defRPr sz="2200" b="1">
                <a:latin typeface="DM Sans"/>
                <a:ea typeface="DM Sans"/>
                <a:cs typeface="DM Sans"/>
                <a:sym typeface="DM Sans"/>
              </a:defRPr>
            </a:lvl8pPr>
            <a:lvl9pPr lvl="8" algn="ctr" rtl="0">
              <a:lnSpc>
                <a:spcPct val="115000"/>
              </a:lnSpc>
              <a:spcBef>
                <a:spcPts val="0"/>
              </a:spcBef>
              <a:spcAft>
                <a:spcPts val="0"/>
              </a:spcAft>
              <a:buSzPts val="2200"/>
              <a:buFont typeface="DM Sans"/>
              <a:buNone/>
              <a:defRPr sz="2200" b="1">
                <a:latin typeface="DM Sans"/>
                <a:ea typeface="DM Sans"/>
                <a:cs typeface="DM Sans"/>
                <a:sym typeface="DM Sans"/>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18"/>
        <p:cNvGrpSpPr/>
        <p:nvPr/>
      </p:nvGrpSpPr>
      <p:grpSpPr>
        <a:xfrm>
          <a:off x="0" y="0"/>
          <a:ext cx="0" cy="0"/>
          <a:chOff x="0" y="0"/>
          <a:chExt cx="0" cy="0"/>
        </a:xfrm>
      </p:grpSpPr>
      <p:sp>
        <p:nvSpPr>
          <p:cNvPr id="119" name="Google Shape;119;p7"/>
          <p:cNvSpPr txBox="1">
            <a:spLocks noGrp="1"/>
          </p:cNvSpPr>
          <p:nvPr>
            <p:ph type="title"/>
          </p:nvPr>
        </p:nvSpPr>
        <p:spPr>
          <a:xfrm>
            <a:off x="1264863" y="719700"/>
            <a:ext cx="2769900" cy="23484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20" name="Google Shape;120;p7"/>
          <p:cNvSpPr txBox="1">
            <a:spLocks noGrp="1"/>
          </p:cNvSpPr>
          <p:nvPr>
            <p:ph type="subTitle" idx="1"/>
          </p:nvPr>
        </p:nvSpPr>
        <p:spPr>
          <a:xfrm>
            <a:off x="1264863" y="3067850"/>
            <a:ext cx="2769900" cy="12135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atin typeface="Arial" panose="020B0604020202020204" pitchFamily="34" charset="0"/>
                <a:cs typeface="Arial" panose="020B0604020202020204" pitchFamily="34" charset="0"/>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dirty="0"/>
          </a:p>
        </p:txBody>
      </p:sp>
      <p:sp>
        <p:nvSpPr>
          <p:cNvPr id="121" name="Google Shape;121;p7"/>
          <p:cNvSpPr>
            <a:spLocks noGrp="1"/>
          </p:cNvSpPr>
          <p:nvPr>
            <p:ph type="pic" idx="2"/>
          </p:nvPr>
        </p:nvSpPr>
        <p:spPr>
          <a:xfrm>
            <a:off x="4675550" y="533875"/>
            <a:ext cx="3202800" cy="3922200"/>
          </a:xfrm>
          <a:prstGeom prst="rect">
            <a:avLst/>
          </a:prstGeom>
          <a:noFill/>
          <a:ln w="9525" cap="flat" cmpd="sng">
            <a:solidFill>
              <a:schemeClr val="dk2"/>
            </a:solidFill>
            <a:prstDash val="solid"/>
            <a:round/>
            <a:headEnd type="none" w="sm" len="sm"/>
            <a:tailEnd type="none" w="sm" len="sm"/>
          </a:ln>
        </p:spPr>
        <p:txBody>
          <a:bodyPr/>
          <a:lstStyle>
            <a:lvl1pPr>
              <a:defRPr>
                <a:latin typeface="Arial" panose="020B0604020202020204" pitchFamily="34" charset="0"/>
                <a:cs typeface="Arial" panose="020B0604020202020204" pitchFamily="34" charset="0"/>
              </a:defRPr>
            </a:lvl1pPr>
          </a:lstStyle>
          <a:p>
            <a:endParaRPr lang="en-US" dirty="0"/>
          </a:p>
        </p:txBody>
      </p:sp>
      <p:grpSp>
        <p:nvGrpSpPr>
          <p:cNvPr id="122" name="Google Shape;122;p7"/>
          <p:cNvGrpSpPr/>
          <p:nvPr/>
        </p:nvGrpSpPr>
        <p:grpSpPr>
          <a:xfrm>
            <a:off x="-34066" y="5"/>
            <a:ext cx="4127541" cy="5158544"/>
            <a:chOff x="-34066" y="5"/>
            <a:chExt cx="4127541" cy="5158544"/>
          </a:xfrm>
        </p:grpSpPr>
        <p:grpSp>
          <p:nvGrpSpPr>
            <p:cNvPr id="123" name="Google Shape;123;p7"/>
            <p:cNvGrpSpPr/>
            <p:nvPr/>
          </p:nvGrpSpPr>
          <p:grpSpPr>
            <a:xfrm>
              <a:off x="-34066" y="5"/>
              <a:ext cx="1375134" cy="344696"/>
              <a:chOff x="3166475" y="3034375"/>
              <a:chExt cx="2958550" cy="741600"/>
            </a:xfrm>
          </p:grpSpPr>
          <p:sp>
            <p:nvSpPr>
              <p:cNvPr id="124" name="Google Shape;124;p7"/>
              <p:cNvSpPr/>
              <p:nvPr/>
            </p:nvSpPr>
            <p:spPr>
              <a:xfrm>
                <a:off x="3166475" y="3034375"/>
                <a:ext cx="370800" cy="370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125" name="Google Shape;125;p7"/>
              <p:cNvSpPr/>
              <p:nvPr/>
            </p:nvSpPr>
            <p:spPr>
              <a:xfrm>
                <a:off x="3537275" y="3405175"/>
                <a:ext cx="370800" cy="370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126" name="Google Shape;126;p7"/>
              <p:cNvSpPr/>
              <p:nvPr/>
            </p:nvSpPr>
            <p:spPr>
              <a:xfrm>
                <a:off x="3911375" y="3034375"/>
                <a:ext cx="370800" cy="370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127" name="Google Shape;127;p7"/>
              <p:cNvSpPr/>
              <p:nvPr/>
            </p:nvSpPr>
            <p:spPr>
              <a:xfrm>
                <a:off x="4282175" y="3405175"/>
                <a:ext cx="370800" cy="370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128" name="Google Shape;128;p7"/>
              <p:cNvSpPr/>
              <p:nvPr/>
            </p:nvSpPr>
            <p:spPr>
              <a:xfrm>
                <a:off x="4638525" y="3034375"/>
                <a:ext cx="370800" cy="370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129" name="Google Shape;129;p7"/>
              <p:cNvSpPr/>
              <p:nvPr/>
            </p:nvSpPr>
            <p:spPr>
              <a:xfrm>
                <a:off x="5009325" y="3405175"/>
                <a:ext cx="370800" cy="370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130" name="Google Shape;130;p7"/>
              <p:cNvSpPr/>
              <p:nvPr/>
            </p:nvSpPr>
            <p:spPr>
              <a:xfrm>
                <a:off x="5383425" y="3034375"/>
                <a:ext cx="370800" cy="370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131" name="Google Shape;131;p7"/>
              <p:cNvSpPr/>
              <p:nvPr/>
            </p:nvSpPr>
            <p:spPr>
              <a:xfrm>
                <a:off x="5754225" y="3405175"/>
                <a:ext cx="370800" cy="370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sp>
          <p:nvSpPr>
            <p:cNvPr id="132" name="Google Shape;132;p7"/>
            <p:cNvSpPr/>
            <p:nvPr/>
          </p:nvSpPr>
          <p:spPr>
            <a:xfrm>
              <a:off x="3185774" y="4933948"/>
              <a:ext cx="907701" cy="224601"/>
            </a:xfrm>
            <a:prstGeom prst="rect">
              <a:avLst/>
            </a:prstGeom>
          </p:spPr>
          <p:txBody>
            <a:bodyPr>
              <a:prstTxWarp prst="textPlain">
                <a:avLst/>
              </a:prstTxWarp>
            </a:bodyPr>
            <a:lstStyle/>
            <a:p>
              <a:pPr lvl="0" algn="ctr"/>
              <a:r>
                <a:rPr b="0" i="0" dirty="0">
                  <a:ln>
                    <a:noFill/>
                  </a:ln>
                  <a:solidFill>
                    <a:schemeClr val="dk2"/>
                  </a:solidFill>
                  <a:latin typeface="Arial" panose="020B0604020202020204" pitchFamily="34" charset="0"/>
                </a:rPr>
                <a:t>/////</a:t>
              </a:r>
            </a:p>
          </p:txBody>
        </p:sp>
        <p:grpSp>
          <p:nvGrpSpPr>
            <p:cNvPr id="133" name="Google Shape;133;p7"/>
            <p:cNvGrpSpPr/>
            <p:nvPr/>
          </p:nvGrpSpPr>
          <p:grpSpPr>
            <a:xfrm>
              <a:off x="398196" y="3257750"/>
              <a:ext cx="86700" cy="709941"/>
              <a:chOff x="8750921" y="3885175"/>
              <a:chExt cx="86700" cy="709941"/>
            </a:xfrm>
          </p:grpSpPr>
          <p:sp>
            <p:nvSpPr>
              <p:cNvPr id="134" name="Google Shape;134;p7"/>
              <p:cNvSpPr/>
              <p:nvPr/>
            </p:nvSpPr>
            <p:spPr>
              <a:xfrm>
                <a:off x="8750921" y="3885175"/>
                <a:ext cx="86700" cy="864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135" name="Google Shape;135;p7"/>
              <p:cNvSpPr/>
              <p:nvPr/>
            </p:nvSpPr>
            <p:spPr>
              <a:xfrm>
                <a:off x="8750921" y="4196946"/>
                <a:ext cx="86700" cy="864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136" name="Google Shape;136;p7"/>
              <p:cNvSpPr/>
              <p:nvPr/>
            </p:nvSpPr>
            <p:spPr>
              <a:xfrm>
                <a:off x="8750921" y="4508716"/>
                <a:ext cx="86700" cy="864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37"/>
        <p:cNvGrpSpPr/>
        <p:nvPr/>
      </p:nvGrpSpPr>
      <p:grpSpPr>
        <a:xfrm>
          <a:off x="0" y="0"/>
          <a:ext cx="0" cy="0"/>
          <a:chOff x="0" y="0"/>
          <a:chExt cx="0" cy="0"/>
        </a:xfrm>
      </p:grpSpPr>
      <p:sp>
        <p:nvSpPr>
          <p:cNvPr id="138" name="Google Shape;138;p8"/>
          <p:cNvSpPr txBox="1">
            <a:spLocks noGrp="1"/>
          </p:cNvSpPr>
          <p:nvPr>
            <p:ph type="title"/>
          </p:nvPr>
        </p:nvSpPr>
        <p:spPr>
          <a:xfrm>
            <a:off x="1547550" y="1933650"/>
            <a:ext cx="6048900" cy="12762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139" name="Google Shape;139;p8"/>
          <p:cNvSpPr>
            <a:spLocks noGrp="1"/>
          </p:cNvSpPr>
          <p:nvPr>
            <p:ph type="pic" idx="2"/>
          </p:nvPr>
        </p:nvSpPr>
        <p:spPr>
          <a:xfrm>
            <a:off x="713225" y="432525"/>
            <a:ext cx="3858900" cy="1213500"/>
          </a:xfrm>
          <a:prstGeom prst="rect">
            <a:avLst/>
          </a:prstGeom>
          <a:noFill/>
          <a:ln w="9525" cap="flat" cmpd="sng">
            <a:solidFill>
              <a:schemeClr val="dk2"/>
            </a:solidFill>
            <a:prstDash val="solid"/>
            <a:round/>
            <a:headEnd type="none" w="sm" len="sm"/>
            <a:tailEnd type="none" w="sm" len="sm"/>
          </a:ln>
        </p:spPr>
        <p:txBody>
          <a:bodyPr/>
          <a:lstStyle/>
          <a:p>
            <a:endParaRPr lang="en-US"/>
          </a:p>
        </p:txBody>
      </p:sp>
      <p:sp>
        <p:nvSpPr>
          <p:cNvPr id="140" name="Google Shape;140;p8"/>
          <p:cNvSpPr>
            <a:spLocks noGrp="1"/>
          </p:cNvSpPr>
          <p:nvPr>
            <p:ph type="pic" idx="3"/>
          </p:nvPr>
        </p:nvSpPr>
        <p:spPr>
          <a:xfrm>
            <a:off x="4571975" y="3497475"/>
            <a:ext cx="3858900" cy="1213500"/>
          </a:xfrm>
          <a:prstGeom prst="rect">
            <a:avLst/>
          </a:prstGeom>
          <a:noFill/>
          <a:ln w="9525" cap="flat" cmpd="sng">
            <a:solidFill>
              <a:schemeClr val="dk2"/>
            </a:solidFill>
            <a:prstDash val="solid"/>
            <a:round/>
            <a:headEnd type="none" w="sm" len="sm"/>
            <a:tailEnd type="none" w="sm" len="sm"/>
          </a:ln>
        </p:spPr>
        <p:txBody>
          <a:bodyPr/>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67"/>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168"/>
        <p:cNvGrpSpPr/>
        <p:nvPr/>
      </p:nvGrpSpPr>
      <p:grpSpPr>
        <a:xfrm>
          <a:off x="0" y="0"/>
          <a:ext cx="0" cy="0"/>
          <a:chOff x="0" y="0"/>
          <a:chExt cx="0" cy="0"/>
        </a:xfrm>
      </p:grpSpPr>
      <p:sp>
        <p:nvSpPr>
          <p:cNvPr id="169" name="Google Shape;169;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70" name="Google Shape;170;p13"/>
          <p:cNvSpPr txBox="1">
            <a:spLocks noGrp="1"/>
          </p:cNvSpPr>
          <p:nvPr>
            <p:ph type="subTitle" idx="1"/>
          </p:nvPr>
        </p:nvSpPr>
        <p:spPr>
          <a:xfrm>
            <a:off x="2844201" y="2226225"/>
            <a:ext cx="2309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atin typeface="Arial" panose="020B0604020202020204" pitchFamily="34" charset="0"/>
                <a:cs typeface="Arial" panose="020B0604020202020204" pitchFamily="34" charset="0"/>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dirty="0"/>
          </a:p>
        </p:txBody>
      </p:sp>
      <p:sp>
        <p:nvSpPr>
          <p:cNvPr id="171" name="Google Shape;171;p13"/>
          <p:cNvSpPr txBox="1">
            <a:spLocks noGrp="1"/>
          </p:cNvSpPr>
          <p:nvPr>
            <p:ph type="subTitle" idx="2"/>
          </p:nvPr>
        </p:nvSpPr>
        <p:spPr>
          <a:xfrm>
            <a:off x="2844201" y="4035880"/>
            <a:ext cx="2309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atin typeface="Arial" panose="020B0604020202020204" pitchFamily="34" charset="0"/>
                <a:cs typeface="Arial" panose="020B0604020202020204" pitchFamily="34" charset="0"/>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dirty="0"/>
          </a:p>
        </p:txBody>
      </p:sp>
      <p:sp>
        <p:nvSpPr>
          <p:cNvPr id="172" name="Google Shape;172;p13"/>
          <p:cNvSpPr txBox="1">
            <a:spLocks noGrp="1"/>
          </p:cNvSpPr>
          <p:nvPr>
            <p:ph type="subTitle" idx="3"/>
          </p:nvPr>
        </p:nvSpPr>
        <p:spPr>
          <a:xfrm>
            <a:off x="6114300" y="4035850"/>
            <a:ext cx="2309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atin typeface="Arial" panose="020B0604020202020204" pitchFamily="34" charset="0"/>
                <a:cs typeface="Arial" panose="020B0604020202020204" pitchFamily="34" charset="0"/>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dirty="0"/>
          </a:p>
        </p:txBody>
      </p:sp>
      <p:sp>
        <p:nvSpPr>
          <p:cNvPr id="173" name="Google Shape;173;p13"/>
          <p:cNvSpPr txBox="1">
            <a:spLocks noGrp="1"/>
          </p:cNvSpPr>
          <p:nvPr>
            <p:ph type="subTitle" idx="4"/>
          </p:nvPr>
        </p:nvSpPr>
        <p:spPr>
          <a:xfrm>
            <a:off x="6114300" y="2226225"/>
            <a:ext cx="2309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atin typeface="Arial" panose="020B0604020202020204" pitchFamily="34" charset="0"/>
                <a:cs typeface="Arial" panose="020B0604020202020204" pitchFamily="34" charset="0"/>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dirty="0"/>
          </a:p>
        </p:txBody>
      </p:sp>
      <p:sp>
        <p:nvSpPr>
          <p:cNvPr id="174" name="Google Shape;174;p13"/>
          <p:cNvSpPr txBox="1">
            <a:spLocks noGrp="1"/>
          </p:cNvSpPr>
          <p:nvPr>
            <p:ph type="title" idx="5" hasCustomPrompt="1"/>
          </p:nvPr>
        </p:nvSpPr>
        <p:spPr>
          <a:xfrm>
            <a:off x="2032925" y="1410525"/>
            <a:ext cx="810600" cy="8157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Clr>
                <a:schemeClr val="lt1"/>
              </a:buClr>
              <a:buSzPts val="3000"/>
              <a:buNone/>
              <a:defRPr>
                <a:solidFill>
                  <a:schemeClr val="accent1"/>
                </a:solidFill>
              </a:defRPr>
            </a:lvl1pPr>
            <a:lvl2pPr lvl="1" rtl="0">
              <a:spcBef>
                <a:spcPts val="0"/>
              </a:spcBef>
              <a:spcAft>
                <a:spcPts val="0"/>
              </a:spcAft>
              <a:buClr>
                <a:schemeClr val="lt1"/>
              </a:buClr>
              <a:buSzPts val="3000"/>
              <a:buNone/>
              <a:defRPr sz="3000">
                <a:solidFill>
                  <a:schemeClr val="lt1"/>
                </a:solidFill>
              </a:defRPr>
            </a:lvl2pPr>
            <a:lvl3pPr lvl="2" rtl="0">
              <a:spcBef>
                <a:spcPts val="0"/>
              </a:spcBef>
              <a:spcAft>
                <a:spcPts val="0"/>
              </a:spcAft>
              <a:buClr>
                <a:schemeClr val="lt1"/>
              </a:buClr>
              <a:buSzPts val="3000"/>
              <a:buNone/>
              <a:defRPr sz="3000">
                <a:solidFill>
                  <a:schemeClr val="lt1"/>
                </a:solidFill>
              </a:defRPr>
            </a:lvl3pPr>
            <a:lvl4pPr lvl="3" rtl="0">
              <a:spcBef>
                <a:spcPts val="0"/>
              </a:spcBef>
              <a:spcAft>
                <a:spcPts val="0"/>
              </a:spcAft>
              <a:buClr>
                <a:schemeClr val="lt1"/>
              </a:buClr>
              <a:buSzPts val="3000"/>
              <a:buNone/>
              <a:defRPr sz="3000">
                <a:solidFill>
                  <a:schemeClr val="lt1"/>
                </a:solidFill>
              </a:defRPr>
            </a:lvl4pPr>
            <a:lvl5pPr lvl="4" rtl="0">
              <a:spcBef>
                <a:spcPts val="0"/>
              </a:spcBef>
              <a:spcAft>
                <a:spcPts val="0"/>
              </a:spcAft>
              <a:buClr>
                <a:schemeClr val="lt1"/>
              </a:buClr>
              <a:buSzPts val="3000"/>
              <a:buNone/>
              <a:defRPr sz="3000">
                <a:solidFill>
                  <a:schemeClr val="lt1"/>
                </a:solidFill>
              </a:defRPr>
            </a:lvl5pPr>
            <a:lvl6pPr lvl="5" rtl="0">
              <a:spcBef>
                <a:spcPts val="0"/>
              </a:spcBef>
              <a:spcAft>
                <a:spcPts val="0"/>
              </a:spcAft>
              <a:buClr>
                <a:schemeClr val="lt1"/>
              </a:buClr>
              <a:buSzPts val="3000"/>
              <a:buNone/>
              <a:defRPr sz="3000">
                <a:solidFill>
                  <a:schemeClr val="lt1"/>
                </a:solidFill>
              </a:defRPr>
            </a:lvl6pPr>
            <a:lvl7pPr lvl="6" rtl="0">
              <a:spcBef>
                <a:spcPts val="0"/>
              </a:spcBef>
              <a:spcAft>
                <a:spcPts val="0"/>
              </a:spcAft>
              <a:buClr>
                <a:schemeClr val="lt1"/>
              </a:buClr>
              <a:buSzPts val="3000"/>
              <a:buNone/>
              <a:defRPr sz="3000">
                <a:solidFill>
                  <a:schemeClr val="lt1"/>
                </a:solidFill>
              </a:defRPr>
            </a:lvl7pPr>
            <a:lvl8pPr lvl="7" rtl="0">
              <a:spcBef>
                <a:spcPts val="0"/>
              </a:spcBef>
              <a:spcAft>
                <a:spcPts val="0"/>
              </a:spcAft>
              <a:buClr>
                <a:schemeClr val="lt1"/>
              </a:buClr>
              <a:buSzPts val="3000"/>
              <a:buNone/>
              <a:defRPr sz="3000">
                <a:solidFill>
                  <a:schemeClr val="lt1"/>
                </a:solidFill>
              </a:defRPr>
            </a:lvl8pPr>
            <a:lvl9pPr lvl="8" rtl="0">
              <a:spcBef>
                <a:spcPts val="0"/>
              </a:spcBef>
              <a:spcAft>
                <a:spcPts val="0"/>
              </a:spcAft>
              <a:buClr>
                <a:schemeClr val="lt1"/>
              </a:buClr>
              <a:buSzPts val="3000"/>
              <a:buNone/>
              <a:defRPr sz="3000">
                <a:solidFill>
                  <a:schemeClr val="lt1"/>
                </a:solidFill>
              </a:defRPr>
            </a:lvl9pPr>
          </a:lstStyle>
          <a:p>
            <a:r>
              <a:t>xx%</a:t>
            </a:r>
          </a:p>
        </p:txBody>
      </p:sp>
      <p:sp>
        <p:nvSpPr>
          <p:cNvPr id="175" name="Google Shape;175;p13"/>
          <p:cNvSpPr txBox="1">
            <a:spLocks noGrp="1"/>
          </p:cNvSpPr>
          <p:nvPr>
            <p:ph type="title" idx="6" hasCustomPrompt="1"/>
          </p:nvPr>
        </p:nvSpPr>
        <p:spPr>
          <a:xfrm>
            <a:off x="5274175" y="3220174"/>
            <a:ext cx="840300" cy="8157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Clr>
                <a:schemeClr val="lt1"/>
              </a:buClr>
              <a:buSzPts val="3000"/>
              <a:buNone/>
              <a:defRPr>
                <a:solidFill>
                  <a:schemeClr val="accent1"/>
                </a:solidFill>
              </a:defRPr>
            </a:lvl1pPr>
            <a:lvl2pPr lvl="1" rtl="0">
              <a:spcBef>
                <a:spcPts val="0"/>
              </a:spcBef>
              <a:spcAft>
                <a:spcPts val="0"/>
              </a:spcAft>
              <a:buClr>
                <a:schemeClr val="lt1"/>
              </a:buClr>
              <a:buSzPts val="3000"/>
              <a:buNone/>
              <a:defRPr sz="3000">
                <a:solidFill>
                  <a:schemeClr val="lt1"/>
                </a:solidFill>
              </a:defRPr>
            </a:lvl2pPr>
            <a:lvl3pPr lvl="2" rtl="0">
              <a:spcBef>
                <a:spcPts val="0"/>
              </a:spcBef>
              <a:spcAft>
                <a:spcPts val="0"/>
              </a:spcAft>
              <a:buClr>
                <a:schemeClr val="lt1"/>
              </a:buClr>
              <a:buSzPts val="3000"/>
              <a:buNone/>
              <a:defRPr sz="3000">
                <a:solidFill>
                  <a:schemeClr val="lt1"/>
                </a:solidFill>
              </a:defRPr>
            </a:lvl3pPr>
            <a:lvl4pPr lvl="3" rtl="0">
              <a:spcBef>
                <a:spcPts val="0"/>
              </a:spcBef>
              <a:spcAft>
                <a:spcPts val="0"/>
              </a:spcAft>
              <a:buClr>
                <a:schemeClr val="lt1"/>
              </a:buClr>
              <a:buSzPts val="3000"/>
              <a:buNone/>
              <a:defRPr sz="3000">
                <a:solidFill>
                  <a:schemeClr val="lt1"/>
                </a:solidFill>
              </a:defRPr>
            </a:lvl4pPr>
            <a:lvl5pPr lvl="4" rtl="0">
              <a:spcBef>
                <a:spcPts val="0"/>
              </a:spcBef>
              <a:spcAft>
                <a:spcPts val="0"/>
              </a:spcAft>
              <a:buClr>
                <a:schemeClr val="lt1"/>
              </a:buClr>
              <a:buSzPts val="3000"/>
              <a:buNone/>
              <a:defRPr sz="3000">
                <a:solidFill>
                  <a:schemeClr val="lt1"/>
                </a:solidFill>
              </a:defRPr>
            </a:lvl5pPr>
            <a:lvl6pPr lvl="5" rtl="0">
              <a:spcBef>
                <a:spcPts val="0"/>
              </a:spcBef>
              <a:spcAft>
                <a:spcPts val="0"/>
              </a:spcAft>
              <a:buClr>
                <a:schemeClr val="lt1"/>
              </a:buClr>
              <a:buSzPts val="3000"/>
              <a:buNone/>
              <a:defRPr sz="3000">
                <a:solidFill>
                  <a:schemeClr val="lt1"/>
                </a:solidFill>
              </a:defRPr>
            </a:lvl6pPr>
            <a:lvl7pPr lvl="6" rtl="0">
              <a:spcBef>
                <a:spcPts val="0"/>
              </a:spcBef>
              <a:spcAft>
                <a:spcPts val="0"/>
              </a:spcAft>
              <a:buClr>
                <a:schemeClr val="lt1"/>
              </a:buClr>
              <a:buSzPts val="3000"/>
              <a:buNone/>
              <a:defRPr sz="3000">
                <a:solidFill>
                  <a:schemeClr val="lt1"/>
                </a:solidFill>
              </a:defRPr>
            </a:lvl7pPr>
            <a:lvl8pPr lvl="7" rtl="0">
              <a:spcBef>
                <a:spcPts val="0"/>
              </a:spcBef>
              <a:spcAft>
                <a:spcPts val="0"/>
              </a:spcAft>
              <a:buClr>
                <a:schemeClr val="lt1"/>
              </a:buClr>
              <a:buSzPts val="3000"/>
              <a:buNone/>
              <a:defRPr sz="3000">
                <a:solidFill>
                  <a:schemeClr val="lt1"/>
                </a:solidFill>
              </a:defRPr>
            </a:lvl8pPr>
            <a:lvl9pPr lvl="8" rtl="0">
              <a:spcBef>
                <a:spcPts val="0"/>
              </a:spcBef>
              <a:spcAft>
                <a:spcPts val="0"/>
              </a:spcAft>
              <a:buClr>
                <a:schemeClr val="lt1"/>
              </a:buClr>
              <a:buSzPts val="3000"/>
              <a:buNone/>
              <a:defRPr sz="3000">
                <a:solidFill>
                  <a:schemeClr val="lt1"/>
                </a:solidFill>
              </a:defRPr>
            </a:lvl9pPr>
          </a:lstStyle>
          <a:p>
            <a:r>
              <a:t>xx%</a:t>
            </a:r>
          </a:p>
        </p:txBody>
      </p:sp>
      <p:sp>
        <p:nvSpPr>
          <p:cNvPr id="176" name="Google Shape;176;p13"/>
          <p:cNvSpPr txBox="1">
            <a:spLocks noGrp="1"/>
          </p:cNvSpPr>
          <p:nvPr>
            <p:ph type="title" idx="7" hasCustomPrompt="1"/>
          </p:nvPr>
        </p:nvSpPr>
        <p:spPr>
          <a:xfrm>
            <a:off x="2032925" y="3220174"/>
            <a:ext cx="810600" cy="8157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Clr>
                <a:schemeClr val="lt1"/>
              </a:buClr>
              <a:buSzPts val="3000"/>
              <a:buNone/>
              <a:defRPr>
                <a:solidFill>
                  <a:schemeClr val="accent1"/>
                </a:solidFill>
              </a:defRPr>
            </a:lvl1pPr>
            <a:lvl2pPr lvl="1" rtl="0">
              <a:spcBef>
                <a:spcPts val="0"/>
              </a:spcBef>
              <a:spcAft>
                <a:spcPts val="0"/>
              </a:spcAft>
              <a:buClr>
                <a:schemeClr val="lt1"/>
              </a:buClr>
              <a:buSzPts val="3000"/>
              <a:buNone/>
              <a:defRPr sz="3000">
                <a:solidFill>
                  <a:schemeClr val="lt1"/>
                </a:solidFill>
              </a:defRPr>
            </a:lvl2pPr>
            <a:lvl3pPr lvl="2" rtl="0">
              <a:spcBef>
                <a:spcPts val="0"/>
              </a:spcBef>
              <a:spcAft>
                <a:spcPts val="0"/>
              </a:spcAft>
              <a:buClr>
                <a:schemeClr val="lt1"/>
              </a:buClr>
              <a:buSzPts val="3000"/>
              <a:buNone/>
              <a:defRPr sz="3000">
                <a:solidFill>
                  <a:schemeClr val="lt1"/>
                </a:solidFill>
              </a:defRPr>
            </a:lvl3pPr>
            <a:lvl4pPr lvl="3" rtl="0">
              <a:spcBef>
                <a:spcPts val="0"/>
              </a:spcBef>
              <a:spcAft>
                <a:spcPts val="0"/>
              </a:spcAft>
              <a:buClr>
                <a:schemeClr val="lt1"/>
              </a:buClr>
              <a:buSzPts val="3000"/>
              <a:buNone/>
              <a:defRPr sz="3000">
                <a:solidFill>
                  <a:schemeClr val="lt1"/>
                </a:solidFill>
              </a:defRPr>
            </a:lvl4pPr>
            <a:lvl5pPr lvl="4" rtl="0">
              <a:spcBef>
                <a:spcPts val="0"/>
              </a:spcBef>
              <a:spcAft>
                <a:spcPts val="0"/>
              </a:spcAft>
              <a:buClr>
                <a:schemeClr val="lt1"/>
              </a:buClr>
              <a:buSzPts val="3000"/>
              <a:buNone/>
              <a:defRPr sz="3000">
                <a:solidFill>
                  <a:schemeClr val="lt1"/>
                </a:solidFill>
              </a:defRPr>
            </a:lvl5pPr>
            <a:lvl6pPr lvl="5" rtl="0">
              <a:spcBef>
                <a:spcPts val="0"/>
              </a:spcBef>
              <a:spcAft>
                <a:spcPts val="0"/>
              </a:spcAft>
              <a:buClr>
                <a:schemeClr val="lt1"/>
              </a:buClr>
              <a:buSzPts val="3000"/>
              <a:buNone/>
              <a:defRPr sz="3000">
                <a:solidFill>
                  <a:schemeClr val="lt1"/>
                </a:solidFill>
              </a:defRPr>
            </a:lvl6pPr>
            <a:lvl7pPr lvl="6" rtl="0">
              <a:spcBef>
                <a:spcPts val="0"/>
              </a:spcBef>
              <a:spcAft>
                <a:spcPts val="0"/>
              </a:spcAft>
              <a:buClr>
                <a:schemeClr val="lt1"/>
              </a:buClr>
              <a:buSzPts val="3000"/>
              <a:buNone/>
              <a:defRPr sz="3000">
                <a:solidFill>
                  <a:schemeClr val="lt1"/>
                </a:solidFill>
              </a:defRPr>
            </a:lvl7pPr>
            <a:lvl8pPr lvl="7" rtl="0">
              <a:spcBef>
                <a:spcPts val="0"/>
              </a:spcBef>
              <a:spcAft>
                <a:spcPts val="0"/>
              </a:spcAft>
              <a:buClr>
                <a:schemeClr val="lt1"/>
              </a:buClr>
              <a:buSzPts val="3000"/>
              <a:buNone/>
              <a:defRPr sz="3000">
                <a:solidFill>
                  <a:schemeClr val="lt1"/>
                </a:solidFill>
              </a:defRPr>
            </a:lvl8pPr>
            <a:lvl9pPr lvl="8" rtl="0">
              <a:spcBef>
                <a:spcPts val="0"/>
              </a:spcBef>
              <a:spcAft>
                <a:spcPts val="0"/>
              </a:spcAft>
              <a:buClr>
                <a:schemeClr val="lt1"/>
              </a:buClr>
              <a:buSzPts val="3000"/>
              <a:buNone/>
              <a:defRPr sz="3000">
                <a:solidFill>
                  <a:schemeClr val="lt1"/>
                </a:solidFill>
              </a:defRPr>
            </a:lvl9pPr>
          </a:lstStyle>
          <a:p>
            <a:r>
              <a:t>xx%</a:t>
            </a:r>
          </a:p>
        </p:txBody>
      </p:sp>
      <p:sp>
        <p:nvSpPr>
          <p:cNvPr id="177" name="Google Shape;177;p13"/>
          <p:cNvSpPr txBox="1">
            <a:spLocks noGrp="1"/>
          </p:cNvSpPr>
          <p:nvPr>
            <p:ph type="title" idx="8" hasCustomPrompt="1"/>
          </p:nvPr>
        </p:nvSpPr>
        <p:spPr>
          <a:xfrm>
            <a:off x="5274175" y="1410525"/>
            <a:ext cx="840300" cy="8157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Clr>
                <a:schemeClr val="lt1"/>
              </a:buClr>
              <a:buSzPts val="3000"/>
              <a:buNone/>
              <a:defRPr>
                <a:solidFill>
                  <a:schemeClr val="accent1"/>
                </a:solidFill>
              </a:defRPr>
            </a:lvl1pPr>
            <a:lvl2pPr lvl="1" rtl="0">
              <a:spcBef>
                <a:spcPts val="0"/>
              </a:spcBef>
              <a:spcAft>
                <a:spcPts val="0"/>
              </a:spcAft>
              <a:buClr>
                <a:schemeClr val="lt1"/>
              </a:buClr>
              <a:buSzPts val="3000"/>
              <a:buNone/>
              <a:defRPr sz="3000">
                <a:solidFill>
                  <a:schemeClr val="lt1"/>
                </a:solidFill>
              </a:defRPr>
            </a:lvl2pPr>
            <a:lvl3pPr lvl="2" rtl="0">
              <a:spcBef>
                <a:spcPts val="0"/>
              </a:spcBef>
              <a:spcAft>
                <a:spcPts val="0"/>
              </a:spcAft>
              <a:buClr>
                <a:schemeClr val="lt1"/>
              </a:buClr>
              <a:buSzPts val="3000"/>
              <a:buNone/>
              <a:defRPr sz="3000">
                <a:solidFill>
                  <a:schemeClr val="lt1"/>
                </a:solidFill>
              </a:defRPr>
            </a:lvl3pPr>
            <a:lvl4pPr lvl="3" rtl="0">
              <a:spcBef>
                <a:spcPts val="0"/>
              </a:spcBef>
              <a:spcAft>
                <a:spcPts val="0"/>
              </a:spcAft>
              <a:buClr>
                <a:schemeClr val="lt1"/>
              </a:buClr>
              <a:buSzPts val="3000"/>
              <a:buNone/>
              <a:defRPr sz="3000">
                <a:solidFill>
                  <a:schemeClr val="lt1"/>
                </a:solidFill>
              </a:defRPr>
            </a:lvl4pPr>
            <a:lvl5pPr lvl="4" rtl="0">
              <a:spcBef>
                <a:spcPts val="0"/>
              </a:spcBef>
              <a:spcAft>
                <a:spcPts val="0"/>
              </a:spcAft>
              <a:buClr>
                <a:schemeClr val="lt1"/>
              </a:buClr>
              <a:buSzPts val="3000"/>
              <a:buNone/>
              <a:defRPr sz="3000">
                <a:solidFill>
                  <a:schemeClr val="lt1"/>
                </a:solidFill>
              </a:defRPr>
            </a:lvl5pPr>
            <a:lvl6pPr lvl="5" rtl="0">
              <a:spcBef>
                <a:spcPts val="0"/>
              </a:spcBef>
              <a:spcAft>
                <a:spcPts val="0"/>
              </a:spcAft>
              <a:buClr>
                <a:schemeClr val="lt1"/>
              </a:buClr>
              <a:buSzPts val="3000"/>
              <a:buNone/>
              <a:defRPr sz="3000">
                <a:solidFill>
                  <a:schemeClr val="lt1"/>
                </a:solidFill>
              </a:defRPr>
            </a:lvl6pPr>
            <a:lvl7pPr lvl="6" rtl="0">
              <a:spcBef>
                <a:spcPts val="0"/>
              </a:spcBef>
              <a:spcAft>
                <a:spcPts val="0"/>
              </a:spcAft>
              <a:buClr>
                <a:schemeClr val="lt1"/>
              </a:buClr>
              <a:buSzPts val="3000"/>
              <a:buNone/>
              <a:defRPr sz="3000">
                <a:solidFill>
                  <a:schemeClr val="lt1"/>
                </a:solidFill>
              </a:defRPr>
            </a:lvl7pPr>
            <a:lvl8pPr lvl="7" rtl="0">
              <a:spcBef>
                <a:spcPts val="0"/>
              </a:spcBef>
              <a:spcAft>
                <a:spcPts val="0"/>
              </a:spcAft>
              <a:buClr>
                <a:schemeClr val="lt1"/>
              </a:buClr>
              <a:buSzPts val="3000"/>
              <a:buNone/>
              <a:defRPr sz="3000">
                <a:solidFill>
                  <a:schemeClr val="lt1"/>
                </a:solidFill>
              </a:defRPr>
            </a:lvl8pPr>
            <a:lvl9pPr lvl="8" rtl="0">
              <a:spcBef>
                <a:spcPts val="0"/>
              </a:spcBef>
              <a:spcAft>
                <a:spcPts val="0"/>
              </a:spcAft>
              <a:buClr>
                <a:schemeClr val="lt1"/>
              </a:buClr>
              <a:buSzPts val="3000"/>
              <a:buNone/>
              <a:defRPr sz="3000">
                <a:solidFill>
                  <a:schemeClr val="lt1"/>
                </a:solidFill>
              </a:defRPr>
            </a:lvl9pPr>
          </a:lstStyle>
          <a:p>
            <a:r>
              <a:t>xx%</a:t>
            </a:r>
          </a:p>
        </p:txBody>
      </p:sp>
      <p:sp>
        <p:nvSpPr>
          <p:cNvPr id="178" name="Google Shape;178;p13"/>
          <p:cNvSpPr txBox="1">
            <a:spLocks noGrp="1"/>
          </p:cNvSpPr>
          <p:nvPr>
            <p:ph type="subTitle" idx="9"/>
          </p:nvPr>
        </p:nvSpPr>
        <p:spPr>
          <a:xfrm>
            <a:off x="2844201" y="1410525"/>
            <a:ext cx="2309700" cy="815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DM Sans"/>
              <a:buNone/>
              <a:defRPr sz="2200">
                <a:latin typeface="Anton"/>
                <a:ea typeface="Anton"/>
                <a:cs typeface="Anton"/>
                <a:sym typeface="Anton"/>
              </a:defRPr>
            </a:lvl1pPr>
            <a:lvl2pPr lvl="1" algn="ctr" rtl="0">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179" name="Google Shape;179;p13"/>
          <p:cNvSpPr txBox="1">
            <a:spLocks noGrp="1"/>
          </p:cNvSpPr>
          <p:nvPr>
            <p:ph type="subTitle" idx="13"/>
          </p:nvPr>
        </p:nvSpPr>
        <p:spPr>
          <a:xfrm>
            <a:off x="2844201" y="3220180"/>
            <a:ext cx="2309700" cy="815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DM Sans"/>
              <a:buNone/>
              <a:defRPr sz="2200">
                <a:latin typeface="Anton"/>
                <a:ea typeface="Anton"/>
                <a:cs typeface="Anton"/>
                <a:sym typeface="Anton"/>
              </a:defRPr>
            </a:lvl1pPr>
            <a:lvl2pPr lvl="1" algn="ctr" rtl="0">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180" name="Google Shape;180;p13"/>
          <p:cNvSpPr txBox="1">
            <a:spLocks noGrp="1"/>
          </p:cNvSpPr>
          <p:nvPr>
            <p:ph type="subTitle" idx="14"/>
          </p:nvPr>
        </p:nvSpPr>
        <p:spPr>
          <a:xfrm>
            <a:off x="6114301" y="3220180"/>
            <a:ext cx="2309700" cy="815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DM Sans"/>
              <a:buNone/>
              <a:defRPr sz="2200">
                <a:latin typeface="Anton"/>
                <a:ea typeface="Anton"/>
                <a:cs typeface="Anton"/>
                <a:sym typeface="Anton"/>
              </a:defRPr>
            </a:lvl1pPr>
            <a:lvl2pPr lvl="1" algn="ctr" rtl="0">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181" name="Google Shape;181;p13"/>
          <p:cNvSpPr txBox="1">
            <a:spLocks noGrp="1"/>
          </p:cNvSpPr>
          <p:nvPr>
            <p:ph type="subTitle" idx="15"/>
          </p:nvPr>
        </p:nvSpPr>
        <p:spPr>
          <a:xfrm>
            <a:off x="6114301" y="1410525"/>
            <a:ext cx="2309700" cy="815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DM Sans"/>
              <a:buNone/>
              <a:defRPr sz="2200">
                <a:latin typeface="Anton"/>
                <a:ea typeface="Anton"/>
                <a:cs typeface="Anton"/>
                <a:sym typeface="Anton"/>
              </a:defRPr>
            </a:lvl1pPr>
            <a:lvl2pPr lvl="1" algn="ctr" rtl="0">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182" name="Google Shape;182;p13"/>
          <p:cNvSpPr>
            <a:spLocks noGrp="1"/>
          </p:cNvSpPr>
          <p:nvPr>
            <p:ph type="pic" idx="16"/>
          </p:nvPr>
        </p:nvSpPr>
        <p:spPr>
          <a:xfrm>
            <a:off x="0" y="3220175"/>
            <a:ext cx="1694700" cy="1354200"/>
          </a:xfrm>
          <a:prstGeom prst="rect">
            <a:avLst/>
          </a:prstGeom>
          <a:noFill/>
          <a:ln w="9525" cap="flat" cmpd="sng">
            <a:solidFill>
              <a:schemeClr val="dk2"/>
            </a:solidFill>
            <a:prstDash val="solid"/>
            <a:round/>
            <a:headEnd type="none" w="sm" len="sm"/>
            <a:tailEnd type="none" w="sm" len="sm"/>
          </a:ln>
        </p:spPr>
        <p:txBody>
          <a:bodyPr/>
          <a:lstStyle>
            <a:lvl1pPr>
              <a:defRPr>
                <a:latin typeface="Arial" panose="020B0604020202020204" pitchFamily="34" charset="0"/>
                <a:cs typeface="Arial" panose="020B0604020202020204" pitchFamily="34" charset="0"/>
              </a:defRPr>
            </a:lvl1pPr>
          </a:lstStyle>
          <a:p>
            <a:endParaRPr lang="en-US" dirty="0"/>
          </a:p>
        </p:txBody>
      </p:sp>
      <p:sp>
        <p:nvSpPr>
          <p:cNvPr id="183" name="Google Shape;183;p13"/>
          <p:cNvSpPr>
            <a:spLocks noGrp="1"/>
          </p:cNvSpPr>
          <p:nvPr>
            <p:ph type="pic" idx="17"/>
          </p:nvPr>
        </p:nvSpPr>
        <p:spPr>
          <a:xfrm>
            <a:off x="0" y="1410525"/>
            <a:ext cx="1694700" cy="1533900"/>
          </a:xfrm>
          <a:prstGeom prst="rect">
            <a:avLst/>
          </a:prstGeom>
          <a:noFill/>
          <a:ln w="9525" cap="flat" cmpd="sng">
            <a:solidFill>
              <a:schemeClr val="dk2"/>
            </a:solidFill>
            <a:prstDash val="solid"/>
            <a:round/>
            <a:headEnd type="none" w="sm" len="sm"/>
            <a:tailEnd type="none" w="sm" len="sm"/>
          </a:ln>
        </p:spPr>
        <p:txBody>
          <a:bodyPr/>
          <a:lstStyle>
            <a:lvl1pPr>
              <a:defRPr>
                <a:latin typeface="Arial" panose="020B0604020202020204" pitchFamily="34" charset="0"/>
                <a:cs typeface="Arial" panose="020B0604020202020204" pitchFamily="34" charset="0"/>
              </a:defRPr>
            </a:lvl1pPr>
          </a:lstStyle>
          <a:p>
            <a:endParaRPr lang="en-US" dirty="0"/>
          </a:p>
        </p:txBody>
      </p:sp>
      <p:grpSp>
        <p:nvGrpSpPr>
          <p:cNvPr id="184" name="Google Shape;184;p13"/>
          <p:cNvGrpSpPr/>
          <p:nvPr/>
        </p:nvGrpSpPr>
        <p:grpSpPr>
          <a:xfrm>
            <a:off x="7516299" y="-2"/>
            <a:ext cx="1301447" cy="3088768"/>
            <a:chOff x="7516299" y="-2"/>
            <a:chExt cx="1301447" cy="3088768"/>
          </a:xfrm>
        </p:grpSpPr>
        <p:sp>
          <p:nvSpPr>
            <p:cNvPr id="185" name="Google Shape;185;p13"/>
            <p:cNvSpPr/>
            <p:nvPr/>
          </p:nvSpPr>
          <p:spPr>
            <a:xfrm>
              <a:off x="7516299" y="-2"/>
              <a:ext cx="907701" cy="224601"/>
            </a:xfrm>
            <a:prstGeom prst="rect">
              <a:avLst/>
            </a:prstGeom>
          </p:spPr>
          <p:txBody>
            <a:bodyPr>
              <a:prstTxWarp prst="textPlain">
                <a:avLst/>
              </a:prstTxWarp>
            </a:bodyPr>
            <a:lstStyle/>
            <a:p>
              <a:pPr lvl="0" algn="ctr"/>
              <a:r>
                <a:rPr b="0" i="0" dirty="0">
                  <a:ln>
                    <a:noFill/>
                  </a:ln>
                  <a:solidFill>
                    <a:schemeClr val="dk2"/>
                  </a:solidFill>
                  <a:latin typeface="Arial" panose="020B0604020202020204" pitchFamily="34" charset="0"/>
                </a:rPr>
                <a:t>/////</a:t>
              </a:r>
            </a:p>
          </p:txBody>
        </p:sp>
        <p:grpSp>
          <p:nvGrpSpPr>
            <p:cNvPr id="186" name="Google Shape;186;p13"/>
            <p:cNvGrpSpPr/>
            <p:nvPr/>
          </p:nvGrpSpPr>
          <p:grpSpPr>
            <a:xfrm>
              <a:off x="8731046" y="2378825"/>
              <a:ext cx="86700" cy="709941"/>
              <a:chOff x="8750921" y="3885175"/>
              <a:chExt cx="86700" cy="709941"/>
            </a:xfrm>
          </p:grpSpPr>
          <p:sp>
            <p:nvSpPr>
              <p:cNvPr id="187" name="Google Shape;187;p13"/>
              <p:cNvSpPr/>
              <p:nvPr/>
            </p:nvSpPr>
            <p:spPr>
              <a:xfrm>
                <a:off x="8750921" y="3885175"/>
                <a:ext cx="86700" cy="864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188" name="Google Shape;188;p13"/>
              <p:cNvSpPr/>
              <p:nvPr/>
            </p:nvSpPr>
            <p:spPr>
              <a:xfrm>
                <a:off x="8750921" y="4196946"/>
                <a:ext cx="86700" cy="864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189" name="Google Shape;189;p13"/>
              <p:cNvSpPr/>
              <p:nvPr/>
            </p:nvSpPr>
            <p:spPr>
              <a:xfrm>
                <a:off x="8750921" y="4508716"/>
                <a:ext cx="86700" cy="864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190"/>
        <p:cNvGrpSpPr/>
        <p:nvPr/>
      </p:nvGrpSpPr>
      <p:grpSpPr>
        <a:xfrm>
          <a:off x="0" y="0"/>
          <a:ext cx="0" cy="0"/>
          <a:chOff x="0" y="0"/>
          <a:chExt cx="0" cy="0"/>
        </a:xfrm>
      </p:grpSpPr>
      <p:sp>
        <p:nvSpPr>
          <p:cNvPr id="191" name="Google Shape;191;p14"/>
          <p:cNvSpPr txBox="1">
            <a:spLocks noGrp="1"/>
          </p:cNvSpPr>
          <p:nvPr>
            <p:ph type="title"/>
          </p:nvPr>
        </p:nvSpPr>
        <p:spPr>
          <a:xfrm>
            <a:off x="713225" y="3537687"/>
            <a:ext cx="3966300" cy="5319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92" name="Google Shape;192;p14"/>
          <p:cNvSpPr txBox="1">
            <a:spLocks noGrp="1"/>
          </p:cNvSpPr>
          <p:nvPr>
            <p:ph type="subTitle" idx="1"/>
          </p:nvPr>
        </p:nvSpPr>
        <p:spPr>
          <a:xfrm>
            <a:off x="713225" y="1073913"/>
            <a:ext cx="3966300" cy="24297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2500">
                <a:latin typeface="Arial" panose="020B0604020202020204" pitchFamily="34" charset="0"/>
                <a:cs typeface="Arial" panose="020B0604020202020204" pitchFamily="34" charset="0"/>
              </a:defRPr>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dirty="0"/>
          </a:p>
        </p:txBody>
      </p:sp>
      <p:sp>
        <p:nvSpPr>
          <p:cNvPr id="193" name="Google Shape;193;p14"/>
          <p:cNvSpPr>
            <a:spLocks noGrp="1"/>
          </p:cNvSpPr>
          <p:nvPr>
            <p:ph type="pic" idx="2"/>
          </p:nvPr>
        </p:nvSpPr>
        <p:spPr>
          <a:xfrm>
            <a:off x="5017575" y="537275"/>
            <a:ext cx="3325500" cy="1473900"/>
          </a:xfrm>
          <a:prstGeom prst="rect">
            <a:avLst/>
          </a:prstGeom>
          <a:noFill/>
          <a:ln w="9525" cap="flat" cmpd="sng">
            <a:solidFill>
              <a:schemeClr val="dk2"/>
            </a:solidFill>
            <a:prstDash val="solid"/>
            <a:round/>
            <a:headEnd type="none" w="sm" len="sm"/>
            <a:tailEnd type="none" w="sm" len="sm"/>
          </a:ln>
        </p:spPr>
        <p:txBody>
          <a:bodyPr/>
          <a:lstStyle>
            <a:lvl1pPr>
              <a:defRPr>
                <a:latin typeface="Arial" panose="020B0604020202020204" pitchFamily="34" charset="0"/>
                <a:cs typeface="Arial" panose="020B0604020202020204" pitchFamily="34" charset="0"/>
              </a:defRPr>
            </a:lvl1pPr>
          </a:lstStyle>
          <a:p>
            <a:endParaRPr lang="en-US" dirty="0"/>
          </a:p>
        </p:txBody>
      </p:sp>
      <p:sp>
        <p:nvSpPr>
          <p:cNvPr id="194" name="Google Shape;194;p14"/>
          <p:cNvSpPr>
            <a:spLocks noGrp="1"/>
          </p:cNvSpPr>
          <p:nvPr>
            <p:ph type="pic" idx="3"/>
          </p:nvPr>
        </p:nvSpPr>
        <p:spPr>
          <a:xfrm>
            <a:off x="5017575" y="2284575"/>
            <a:ext cx="3325500" cy="2213100"/>
          </a:xfrm>
          <a:prstGeom prst="rect">
            <a:avLst/>
          </a:prstGeom>
          <a:noFill/>
          <a:ln w="9525" cap="flat" cmpd="sng">
            <a:solidFill>
              <a:schemeClr val="dk2"/>
            </a:solidFill>
            <a:prstDash val="solid"/>
            <a:round/>
            <a:headEnd type="none" w="sm" len="sm"/>
            <a:tailEnd type="none" w="sm" len="sm"/>
          </a:ln>
        </p:spPr>
        <p:txBody>
          <a:bodyPr/>
          <a:lstStyle>
            <a:lvl1pPr>
              <a:defRPr>
                <a:latin typeface="Arial" panose="020B0604020202020204" pitchFamily="34" charset="0"/>
                <a:cs typeface="Arial" panose="020B0604020202020204" pitchFamily="34" charset="0"/>
              </a:defRPr>
            </a:lvl1pPr>
          </a:lstStyle>
          <a:p>
            <a:endParaRPr lang="en-US" dirty="0"/>
          </a:p>
        </p:txBody>
      </p:sp>
      <p:grpSp>
        <p:nvGrpSpPr>
          <p:cNvPr id="195" name="Google Shape;195;p14"/>
          <p:cNvGrpSpPr/>
          <p:nvPr/>
        </p:nvGrpSpPr>
        <p:grpSpPr>
          <a:xfrm>
            <a:off x="-434225" y="496146"/>
            <a:ext cx="9878725" cy="5185029"/>
            <a:chOff x="-434225" y="496146"/>
            <a:chExt cx="9878725" cy="5185029"/>
          </a:xfrm>
        </p:grpSpPr>
        <p:sp>
          <p:nvSpPr>
            <p:cNvPr id="196" name="Google Shape;196;p14"/>
            <p:cNvSpPr/>
            <p:nvPr/>
          </p:nvSpPr>
          <p:spPr>
            <a:xfrm>
              <a:off x="8851700" y="3094725"/>
              <a:ext cx="592800" cy="592800"/>
            </a:xfrm>
            <a:prstGeom prst="donut">
              <a:avLst>
                <a:gd name="adj" fmla="val 24964"/>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197" name="Google Shape;197;p14"/>
            <p:cNvSpPr/>
            <p:nvPr/>
          </p:nvSpPr>
          <p:spPr>
            <a:xfrm>
              <a:off x="3664274" y="4904973"/>
              <a:ext cx="907701" cy="224601"/>
            </a:xfrm>
            <a:prstGeom prst="rect">
              <a:avLst/>
            </a:prstGeom>
          </p:spPr>
          <p:txBody>
            <a:bodyPr>
              <a:prstTxWarp prst="textPlain">
                <a:avLst/>
              </a:prstTxWarp>
            </a:bodyPr>
            <a:lstStyle/>
            <a:p>
              <a:pPr lvl="0" algn="ctr"/>
              <a:r>
                <a:rPr b="0" i="0" dirty="0">
                  <a:ln>
                    <a:noFill/>
                  </a:ln>
                  <a:solidFill>
                    <a:schemeClr val="dk2"/>
                  </a:solidFill>
                  <a:latin typeface="Arial" panose="020B0604020202020204" pitchFamily="34" charset="0"/>
                </a:rPr>
                <a:t>/////</a:t>
              </a:r>
            </a:p>
          </p:txBody>
        </p:sp>
        <p:grpSp>
          <p:nvGrpSpPr>
            <p:cNvPr id="198" name="Google Shape;198;p14"/>
            <p:cNvGrpSpPr/>
            <p:nvPr/>
          </p:nvGrpSpPr>
          <p:grpSpPr>
            <a:xfrm rot="5400000">
              <a:off x="311621" y="184525"/>
              <a:ext cx="86700" cy="709941"/>
              <a:chOff x="8750921" y="3885175"/>
              <a:chExt cx="86700" cy="709941"/>
            </a:xfrm>
          </p:grpSpPr>
          <p:sp>
            <p:nvSpPr>
              <p:cNvPr id="199" name="Google Shape;199;p14"/>
              <p:cNvSpPr/>
              <p:nvPr/>
            </p:nvSpPr>
            <p:spPr>
              <a:xfrm>
                <a:off x="8750921" y="3885175"/>
                <a:ext cx="86700" cy="864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200" name="Google Shape;200;p14"/>
              <p:cNvSpPr/>
              <p:nvPr/>
            </p:nvSpPr>
            <p:spPr>
              <a:xfrm>
                <a:off x="8750921" y="4196946"/>
                <a:ext cx="86700" cy="864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201" name="Google Shape;201;p14"/>
              <p:cNvSpPr/>
              <p:nvPr/>
            </p:nvSpPr>
            <p:spPr>
              <a:xfrm>
                <a:off x="8750921" y="4508716"/>
                <a:ext cx="86700" cy="864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sp>
          <p:nvSpPr>
            <p:cNvPr id="202" name="Google Shape;202;p14"/>
            <p:cNvSpPr/>
            <p:nvPr/>
          </p:nvSpPr>
          <p:spPr>
            <a:xfrm>
              <a:off x="-434225" y="4353375"/>
              <a:ext cx="1327800" cy="1327800"/>
            </a:xfrm>
            <a:prstGeom prst="donut">
              <a:avLst>
                <a:gd name="adj" fmla="val 14749"/>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wo columns 2">
  <p:cSld name="ONE_COLUMN_TEXT_1">
    <p:spTree>
      <p:nvGrpSpPr>
        <p:cNvPr id="1" name="Shape 229"/>
        <p:cNvGrpSpPr/>
        <p:nvPr/>
      </p:nvGrpSpPr>
      <p:grpSpPr>
        <a:xfrm>
          <a:off x="0" y="0"/>
          <a:ext cx="0" cy="0"/>
          <a:chOff x="0" y="0"/>
          <a:chExt cx="0" cy="0"/>
        </a:xfrm>
      </p:grpSpPr>
      <p:sp>
        <p:nvSpPr>
          <p:cNvPr id="230" name="Google Shape;230;p16"/>
          <p:cNvSpPr txBox="1">
            <a:spLocks noGrp="1"/>
          </p:cNvSpPr>
          <p:nvPr>
            <p:ph type="subTitle" idx="1"/>
          </p:nvPr>
        </p:nvSpPr>
        <p:spPr>
          <a:xfrm>
            <a:off x="4713705" y="1510475"/>
            <a:ext cx="3399900" cy="19485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atin typeface="Arial" panose="020B0604020202020204" pitchFamily="34" charset="0"/>
                <a:cs typeface="Arial" panose="020B0604020202020204" pitchFamily="34" charset="0"/>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dirty="0"/>
          </a:p>
        </p:txBody>
      </p:sp>
      <p:sp>
        <p:nvSpPr>
          <p:cNvPr id="231" name="Google Shape;231;p16"/>
          <p:cNvSpPr txBox="1">
            <a:spLocks noGrp="1"/>
          </p:cNvSpPr>
          <p:nvPr>
            <p:ph type="subTitle" idx="2"/>
          </p:nvPr>
        </p:nvSpPr>
        <p:spPr>
          <a:xfrm>
            <a:off x="1030375" y="1510475"/>
            <a:ext cx="3399900" cy="19485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atin typeface="Arial" panose="020B0604020202020204" pitchFamily="34" charset="0"/>
                <a:cs typeface="Arial" panose="020B0604020202020204" pitchFamily="34" charset="0"/>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dirty="0"/>
          </a:p>
        </p:txBody>
      </p:sp>
      <p:sp>
        <p:nvSpPr>
          <p:cNvPr id="232" name="Google Shape;232;p1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233" name="Google Shape;233;p16"/>
          <p:cNvGrpSpPr/>
          <p:nvPr/>
        </p:nvGrpSpPr>
        <p:grpSpPr>
          <a:xfrm>
            <a:off x="-309450" y="-2"/>
            <a:ext cx="9594010" cy="5158554"/>
            <a:chOff x="-309450" y="-2"/>
            <a:chExt cx="9594010" cy="5158554"/>
          </a:xfrm>
        </p:grpSpPr>
        <p:sp>
          <p:nvSpPr>
            <p:cNvPr id="234" name="Google Shape;234;p16"/>
            <p:cNvSpPr/>
            <p:nvPr/>
          </p:nvSpPr>
          <p:spPr>
            <a:xfrm>
              <a:off x="-309450" y="1384775"/>
              <a:ext cx="592800" cy="592800"/>
            </a:xfrm>
            <a:prstGeom prst="donut">
              <a:avLst>
                <a:gd name="adj" fmla="val 24964"/>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nvGrpSpPr>
            <p:cNvPr id="235" name="Google Shape;235;p16"/>
            <p:cNvGrpSpPr/>
            <p:nvPr/>
          </p:nvGrpSpPr>
          <p:grpSpPr>
            <a:xfrm>
              <a:off x="8795243" y="1632877"/>
              <a:ext cx="489317" cy="344700"/>
              <a:chOff x="3505000" y="2578075"/>
              <a:chExt cx="1546025" cy="1089100"/>
            </a:xfrm>
          </p:grpSpPr>
          <p:grpSp>
            <p:nvGrpSpPr>
              <p:cNvPr id="236" name="Google Shape;236;p16"/>
              <p:cNvGrpSpPr/>
              <p:nvPr/>
            </p:nvGrpSpPr>
            <p:grpSpPr>
              <a:xfrm>
                <a:off x="3505000" y="2578075"/>
                <a:ext cx="232500" cy="1089100"/>
                <a:chOff x="3505000" y="595000"/>
                <a:chExt cx="232500" cy="1089100"/>
              </a:xfrm>
            </p:grpSpPr>
            <p:sp>
              <p:nvSpPr>
                <p:cNvPr id="237" name="Google Shape;237;p16"/>
                <p:cNvSpPr/>
                <p:nvPr/>
              </p:nvSpPr>
              <p:spPr>
                <a:xfrm>
                  <a:off x="3505000" y="5950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238" name="Google Shape;238;p16"/>
                <p:cNvSpPr/>
                <p:nvPr/>
              </p:nvSpPr>
              <p:spPr>
                <a:xfrm>
                  <a:off x="3505000" y="10233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239" name="Google Shape;239;p16"/>
                <p:cNvSpPr/>
                <p:nvPr/>
              </p:nvSpPr>
              <p:spPr>
                <a:xfrm>
                  <a:off x="3505000" y="14516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grpSp>
            <p:nvGrpSpPr>
              <p:cNvPr id="240" name="Google Shape;240;p16"/>
              <p:cNvGrpSpPr/>
              <p:nvPr/>
            </p:nvGrpSpPr>
            <p:grpSpPr>
              <a:xfrm>
                <a:off x="3928475" y="2578075"/>
                <a:ext cx="232500" cy="1089100"/>
                <a:chOff x="3505000" y="595000"/>
                <a:chExt cx="232500" cy="1089100"/>
              </a:xfrm>
            </p:grpSpPr>
            <p:sp>
              <p:nvSpPr>
                <p:cNvPr id="241" name="Google Shape;241;p16"/>
                <p:cNvSpPr/>
                <p:nvPr/>
              </p:nvSpPr>
              <p:spPr>
                <a:xfrm>
                  <a:off x="3505000" y="5950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242" name="Google Shape;242;p16"/>
                <p:cNvSpPr/>
                <p:nvPr/>
              </p:nvSpPr>
              <p:spPr>
                <a:xfrm>
                  <a:off x="3505000" y="10233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243" name="Google Shape;243;p16"/>
                <p:cNvSpPr/>
                <p:nvPr/>
              </p:nvSpPr>
              <p:spPr>
                <a:xfrm>
                  <a:off x="3505000" y="14516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grpSp>
            <p:nvGrpSpPr>
              <p:cNvPr id="244" name="Google Shape;244;p16"/>
              <p:cNvGrpSpPr/>
              <p:nvPr/>
            </p:nvGrpSpPr>
            <p:grpSpPr>
              <a:xfrm>
                <a:off x="4395050" y="2578075"/>
                <a:ext cx="232500" cy="1089100"/>
                <a:chOff x="3505000" y="595000"/>
                <a:chExt cx="232500" cy="1089100"/>
              </a:xfrm>
            </p:grpSpPr>
            <p:sp>
              <p:nvSpPr>
                <p:cNvPr id="245" name="Google Shape;245;p16"/>
                <p:cNvSpPr/>
                <p:nvPr/>
              </p:nvSpPr>
              <p:spPr>
                <a:xfrm>
                  <a:off x="3505000" y="5950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246" name="Google Shape;246;p16"/>
                <p:cNvSpPr/>
                <p:nvPr/>
              </p:nvSpPr>
              <p:spPr>
                <a:xfrm>
                  <a:off x="3505000" y="10233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247" name="Google Shape;247;p16"/>
                <p:cNvSpPr/>
                <p:nvPr/>
              </p:nvSpPr>
              <p:spPr>
                <a:xfrm>
                  <a:off x="3505000" y="14516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grpSp>
            <p:nvGrpSpPr>
              <p:cNvPr id="248" name="Google Shape;248;p16"/>
              <p:cNvGrpSpPr/>
              <p:nvPr/>
            </p:nvGrpSpPr>
            <p:grpSpPr>
              <a:xfrm>
                <a:off x="4818525" y="2578075"/>
                <a:ext cx="232500" cy="1089100"/>
                <a:chOff x="3505000" y="595000"/>
                <a:chExt cx="232500" cy="1089100"/>
              </a:xfrm>
            </p:grpSpPr>
            <p:sp>
              <p:nvSpPr>
                <p:cNvPr id="249" name="Google Shape;249;p16"/>
                <p:cNvSpPr/>
                <p:nvPr/>
              </p:nvSpPr>
              <p:spPr>
                <a:xfrm>
                  <a:off x="3505000" y="5950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250" name="Google Shape;250;p16"/>
                <p:cNvSpPr/>
                <p:nvPr/>
              </p:nvSpPr>
              <p:spPr>
                <a:xfrm>
                  <a:off x="3505000" y="10233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251" name="Google Shape;251;p16"/>
                <p:cNvSpPr/>
                <p:nvPr/>
              </p:nvSpPr>
              <p:spPr>
                <a:xfrm>
                  <a:off x="3505000" y="14516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grpSp>
        <p:sp>
          <p:nvSpPr>
            <p:cNvPr id="252" name="Google Shape;252;p16"/>
            <p:cNvSpPr/>
            <p:nvPr/>
          </p:nvSpPr>
          <p:spPr>
            <a:xfrm>
              <a:off x="4766624" y="-2"/>
              <a:ext cx="907701" cy="224601"/>
            </a:xfrm>
            <a:prstGeom prst="rect">
              <a:avLst/>
            </a:prstGeom>
          </p:spPr>
          <p:txBody>
            <a:bodyPr>
              <a:prstTxWarp prst="textPlain">
                <a:avLst/>
              </a:prstTxWarp>
            </a:bodyPr>
            <a:lstStyle/>
            <a:p>
              <a:pPr lvl="0" algn="ctr"/>
              <a:r>
                <a:rPr b="0" i="0" dirty="0">
                  <a:ln>
                    <a:noFill/>
                  </a:ln>
                  <a:solidFill>
                    <a:schemeClr val="dk2"/>
                  </a:solidFill>
                  <a:latin typeface="Arial" panose="020B0604020202020204" pitchFamily="34" charset="0"/>
                </a:rPr>
                <a:t>/////</a:t>
              </a:r>
            </a:p>
          </p:txBody>
        </p:sp>
        <p:grpSp>
          <p:nvGrpSpPr>
            <p:cNvPr id="253" name="Google Shape;253;p16"/>
            <p:cNvGrpSpPr/>
            <p:nvPr/>
          </p:nvGrpSpPr>
          <p:grpSpPr>
            <a:xfrm>
              <a:off x="7091159" y="4647428"/>
              <a:ext cx="2052836" cy="511125"/>
              <a:chOff x="4430284" y="-136522"/>
              <a:chExt cx="2052836" cy="511125"/>
            </a:xfrm>
          </p:grpSpPr>
          <p:sp>
            <p:nvSpPr>
              <p:cNvPr id="254" name="Google Shape;254;p16"/>
              <p:cNvSpPr/>
              <p:nvPr/>
            </p:nvSpPr>
            <p:spPr>
              <a:xfrm>
                <a:off x="4430284" y="30055"/>
                <a:ext cx="172200" cy="172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255" name="Google Shape;255;p16"/>
              <p:cNvSpPr/>
              <p:nvPr/>
            </p:nvSpPr>
            <p:spPr>
              <a:xfrm>
                <a:off x="4602632" y="202403"/>
                <a:ext cx="172200" cy="172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256" name="Google Shape;256;p16"/>
              <p:cNvSpPr/>
              <p:nvPr/>
            </p:nvSpPr>
            <p:spPr>
              <a:xfrm>
                <a:off x="4776514" y="30055"/>
                <a:ext cx="172200" cy="172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257" name="Google Shape;257;p16"/>
              <p:cNvSpPr/>
              <p:nvPr/>
            </p:nvSpPr>
            <p:spPr>
              <a:xfrm>
                <a:off x="4948861" y="202403"/>
                <a:ext cx="172200" cy="172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258" name="Google Shape;258;p16"/>
              <p:cNvSpPr/>
              <p:nvPr/>
            </p:nvSpPr>
            <p:spPr>
              <a:xfrm>
                <a:off x="5114493" y="30055"/>
                <a:ext cx="172200" cy="172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259" name="Google Shape;259;p16"/>
              <p:cNvSpPr/>
              <p:nvPr/>
            </p:nvSpPr>
            <p:spPr>
              <a:xfrm>
                <a:off x="5286841" y="202403"/>
                <a:ext cx="172200" cy="172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260" name="Google Shape;260;p16"/>
              <p:cNvSpPr/>
              <p:nvPr/>
            </p:nvSpPr>
            <p:spPr>
              <a:xfrm>
                <a:off x="5460722" y="30055"/>
                <a:ext cx="172200" cy="172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261" name="Google Shape;261;p16"/>
              <p:cNvSpPr/>
              <p:nvPr/>
            </p:nvSpPr>
            <p:spPr>
              <a:xfrm>
                <a:off x="5633070" y="202403"/>
                <a:ext cx="172200" cy="172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262" name="Google Shape;262;p16"/>
              <p:cNvSpPr/>
              <p:nvPr/>
            </p:nvSpPr>
            <p:spPr>
              <a:xfrm>
                <a:off x="5792343" y="30055"/>
                <a:ext cx="172200" cy="172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263" name="Google Shape;263;p16"/>
              <p:cNvSpPr/>
              <p:nvPr/>
            </p:nvSpPr>
            <p:spPr>
              <a:xfrm>
                <a:off x="5964691" y="202403"/>
                <a:ext cx="172200" cy="172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264" name="Google Shape;264;p16"/>
              <p:cNvSpPr/>
              <p:nvPr/>
            </p:nvSpPr>
            <p:spPr>
              <a:xfrm>
                <a:off x="6138572" y="30055"/>
                <a:ext cx="172200" cy="172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265" name="Google Shape;265;p16"/>
              <p:cNvSpPr/>
              <p:nvPr/>
            </p:nvSpPr>
            <p:spPr>
              <a:xfrm>
                <a:off x="6310920" y="202403"/>
                <a:ext cx="172200" cy="172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266" name="Google Shape;266;p16"/>
              <p:cNvSpPr/>
              <p:nvPr/>
            </p:nvSpPr>
            <p:spPr>
              <a:xfrm>
                <a:off x="4602632" y="-136522"/>
                <a:ext cx="172200" cy="172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267" name="Google Shape;267;p16"/>
              <p:cNvSpPr/>
              <p:nvPr/>
            </p:nvSpPr>
            <p:spPr>
              <a:xfrm>
                <a:off x="4948861" y="-136522"/>
                <a:ext cx="172200" cy="172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268" name="Google Shape;268;p16"/>
              <p:cNvSpPr/>
              <p:nvPr/>
            </p:nvSpPr>
            <p:spPr>
              <a:xfrm>
                <a:off x="5286841" y="-136522"/>
                <a:ext cx="172200" cy="172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269" name="Google Shape;269;p16"/>
              <p:cNvSpPr/>
              <p:nvPr/>
            </p:nvSpPr>
            <p:spPr>
              <a:xfrm>
                <a:off x="5633070" y="-136522"/>
                <a:ext cx="172200" cy="172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270" name="Google Shape;270;p16"/>
              <p:cNvSpPr/>
              <p:nvPr/>
            </p:nvSpPr>
            <p:spPr>
              <a:xfrm>
                <a:off x="5964691" y="-136522"/>
                <a:ext cx="172200" cy="172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271" name="Google Shape;271;p16"/>
              <p:cNvSpPr/>
              <p:nvPr/>
            </p:nvSpPr>
            <p:spPr>
              <a:xfrm>
                <a:off x="6310920" y="-136522"/>
                <a:ext cx="172200" cy="172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490"/>
        <p:cNvGrpSpPr/>
        <p:nvPr/>
      </p:nvGrpSpPr>
      <p:grpSpPr>
        <a:xfrm>
          <a:off x="0" y="0"/>
          <a:ext cx="0" cy="0"/>
          <a:chOff x="0" y="0"/>
          <a:chExt cx="0" cy="0"/>
        </a:xfrm>
      </p:grpSpPr>
      <p:grpSp>
        <p:nvGrpSpPr>
          <p:cNvPr id="491" name="Google Shape;491;p26"/>
          <p:cNvGrpSpPr/>
          <p:nvPr/>
        </p:nvGrpSpPr>
        <p:grpSpPr>
          <a:xfrm>
            <a:off x="1183559" y="5"/>
            <a:ext cx="7576950" cy="5143494"/>
            <a:chOff x="1183559" y="5"/>
            <a:chExt cx="7576950" cy="5143494"/>
          </a:xfrm>
        </p:grpSpPr>
        <p:grpSp>
          <p:nvGrpSpPr>
            <p:cNvPr id="492" name="Google Shape;492;p26"/>
            <p:cNvGrpSpPr/>
            <p:nvPr/>
          </p:nvGrpSpPr>
          <p:grpSpPr>
            <a:xfrm>
              <a:off x="8673809" y="2216775"/>
              <a:ext cx="86700" cy="709941"/>
              <a:chOff x="8750921" y="3885175"/>
              <a:chExt cx="86700" cy="709941"/>
            </a:xfrm>
          </p:grpSpPr>
          <p:sp>
            <p:nvSpPr>
              <p:cNvPr id="493" name="Google Shape;493;p26"/>
              <p:cNvSpPr/>
              <p:nvPr/>
            </p:nvSpPr>
            <p:spPr>
              <a:xfrm>
                <a:off x="8750921" y="3885175"/>
                <a:ext cx="86700" cy="864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494" name="Google Shape;494;p26"/>
              <p:cNvSpPr/>
              <p:nvPr/>
            </p:nvSpPr>
            <p:spPr>
              <a:xfrm>
                <a:off x="8750921" y="4196946"/>
                <a:ext cx="86700" cy="864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495" name="Google Shape;495;p26"/>
              <p:cNvSpPr/>
              <p:nvPr/>
            </p:nvSpPr>
            <p:spPr>
              <a:xfrm>
                <a:off x="8750921" y="4508716"/>
                <a:ext cx="86700" cy="864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grpSp>
          <p:nvGrpSpPr>
            <p:cNvPr id="496" name="Google Shape;496;p26"/>
            <p:cNvGrpSpPr/>
            <p:nvPr/>
          </p:nvGrpSpPr>
          <p:grpSpPr>
            <a:xfrm>
              <a:off x="1183559" y="5"/>
              <a:ext cx="1375134" cy="344696"/>
              <a:chOff x="3166475" y="3034375"/>
              <a:chExt cx="2958550" cy="741600"/>
            </a:xfrm>
          </p:grpSpPr>
          <p:sp>
            <p:nvSpPr>
              <p:cNvPr id="497" name="Google Shape;497;p26"/>
              <p:cNvSpPr/>
              <p:nvPr/>
            </p:nvSpPr>
            <p:spPr>
              <a:xfrm>
                <a:off x="3166475" y="3034375"/>
                <a:ext cx="370800" cy="370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498" name="Google Shape;498;p26"/>
              <p:cNvSpPr/>
              <p:nvPr/>
            </p:nvSpPr>
            <p:spPr>
              <a:xfrm>
                <a:off x="3537275" y="3405175"/>
                <a:ext cx="370800" cy="370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499" name="Google Shape;499;p26"/>
              <p:cNvSpPr/>
              <p:nvPr/>
            </p:nvSpPr>
            <p:spPr>
              <a:xfrm>
                <a:off x="3911375" y="3034375"/>
                <a:ext cx="370800" cy="370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500" name="Google Shape;500;p26"/>
              <p:cNvSpPr/>
              <p:nvPr/>
            </p:nvSpPr>
            <p:spPr>
              <a:xfrm>
                <a:off x="4282175" y="3405175"/>
                <a:ext cx="370800" cy="370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501" name="Google Shape;501;p26"/>
              <p:cNvSpPr/>
              <p:nvPr/>
            </p:nvSpPr>
            <p:spPr>
              <a:xfrm>
                <a:off x="4638525" y="3034375"/>
                <a:ext cx="370800" cy="370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502" name="Google Shape;502;p26"/>
              <p:cNvSpPr/>
              <p:nvPr/>
            </p:nvSpPr>
            <p:spPr>
              <a:xfrm>
                <a:off x="5009325" y="3405175"/>
                <a:ext cx="370800" cy="370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503" name="Google Shape;503;p26"/>
              <p:cNvSpPr/>
              <p:nvPr/>
            </p:nvSpPr>
            <p:spPr>
              <a:xfrm>
                <a:off x="5383425" y="3034375"/>
                <a:ext cx="370800" cy="370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504" name="Google Shape;504;p26"/>
              <p:cNvSpPr/>
              <p:nvPr/>
            </p:nvSpPr>
            <p:spPr>
              <a:xfrm>
                <a:off x="5754225" y="3405175"/>
                <a:ext cx="370800" cy="370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sp>
          <p:nvSpPr>
            <p:cNvPr id="505" name="Google Shape;505;p26"/>
            <p:cNvSpPr/>
            <p:nvPr/>
          </p:nvSpPr>
          <p:spPr>
            <a:xfrm>
              <a:off x="4118124" y="4918898"/>
              <a:ext cx="907701" cy="224601"/>
            </a:xfrm>
            <a:prstGeom prst="rect">
              <a:avLst/>
            </a:prstGeom>
          </p:spPr>
          <p:txBody>
            <a:bodyPr>
              <a:prstTxWarp prst="textPlain">
                <a:avLst/>
              </a:prstTxWarp>
            </a:bodyPr>
            <a:lstStyle/>
            <a:p>
              <a:pPr lvl="0" algn="ctr"/>
              <a:r>
                <a:rPr b="0" i="0" dirty="0">
                  <a:ln>
                    <a:noFill/>
                  </a:ln>
                  <a:solidFill>
                    <a:schemeClr val="dk2"/>
                  </a:solidFill>
                  <a:latin typeface="Arial" panose="020B0604020202020204" pitchFamily="34" charset="0"/>
                </a:rPr>
                <a:t>/////</a:t>
              </a: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506"/>
        <p:cNvGrpSpPr/>
        <p:nvPr/>
      </p:nvGrpSpPr>
      <p:grpSpPr>
        <a:xfrm>
          <a:off x="0" y="0"/>
          <a:ext cx="0" cy="0"/>
          <a:chOff x="0" y="0"/>
          <a:chExt cx="0" cy="0"/>
        </a:xfrm>
      </p:grpSpPr>
      <p:grpSp>
        <p:nvGrpSpPr>
          <p:cNvPr id="507" name="Google Shape;507;p27"/>
          <p:cNvGrpSpPr/>
          <p:nvPr/>
        </p:nvGrpSpPr>
        <p:grpSpPr>
          <a:xfrm>
            <a:off x="-7" y="-296950"/>
            <a:ext cx="9144002" cy="5416653"/>
            <a:chOff x="-7" y="-296950"/>
            <a:chExt cx="9144002" cy="5416653"/>
          </a:xfrm>
        </p:grpSpPr>
        <p:sp>
          <p:nvSpPr>
            <p:cNvPr id="508" name="Google Shape;508;p27"/>
            <p:cNvSpPr/>
            <p:nvPr/>
          </p:nvSpPr>
          <p:spPr>
            <a:xfrm>
              <a:off x="5899550" y="-296950"/>
              <a:ext cx="592800" cy="592800"/>
            </a:xfrm>
            <a:prstGeom prst="donut">
              <a:avLst>
                <a:gd name="adj" fmla="val 24964"/>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nvGrpSpPr>
            <p:cNvPr id="509" name="Google Shape;509;p27"/>
            <p:cNvGrpSpPr/>
            <p:nvPr/>
          </p:nvGrpSpPr>
          <p:grpSpPr>
            <a:xfrm>
              <a:off x="-7" y="2189302"/>
              <a:ext cx="489317" cy="344700"/>
              <a:chOff x="-195594" y="3691702"/>
              <a:chExt cx="489317" cy="344700"/>
            </a:xfrm>
          </p:grpSpPr>
          <p:grpSp>
            <p:nvGrpSpPr>
              <p:cNvPr id="510" name="Google Shape;510;p27"/>
              <p:cNvGrpSpPr/>
              <p:nvPr/>
            </p:nvGrpSpPr>
            <p:grpSpPr>
              <a:xfrm>
                <a:off x="-195594" y="3691702"/>
                <a:ext cx="73586" cy="344700"/>
                <a:chOff x="3505000" y="595000"/>
                <a:chExt cx="232500" cy="1089100"/>
              </a:xfrm>
            </p:grpSpPr>
            <p:sp>
              <p:nvSpPr>
                <p:cNvPr id="511" name="Google Shape;511;p27"/>
                <p:cNvSpPr/>
                <p:nvPr/>
              </p:nvSpPr>
              <p:spPr>
                <a:xfrm>
                  <a:off x="3505000" y="5950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512" name="Google Shape;512;p27"/>
                <p:cNvSpPr/>
                <p:nvPr/>
              </p:nvSpPr>
              <p:spPr>
                <a:xfrm>
                  <a:off x="3505000" y="10233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513" name="Google Shape;513;p27"/>
                <p:cNvSpPr/>
                <p:nvPr/>
              </p:nvSpPr>
              <p:spPr>
                <a:xfrm>
                  <a:off x="3505000" y="14516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grpSp>
            <p:nvGrpSpPr>
              <p:cNvPr id="514" name="Google Shape;514;p27"/>
              <p:cNvGrpSpPr/>
              <p:nvPr/>
            </p:nvGrpSpPr>
            <p:grpSpPr>
              <a:xfrm>
                <a:off x="-61564" y="3691702"/>
                <a:ext cx="73586" cy="344700"/>
                <a:chOff x="3505000" y="595000"/>
                <a:chExt cx="232500" cy="1089100"/>
              </a:xfrm>
            </p:grpSpPr>
            <p:sp>
              <p:nvSpPr>
                <p:cNvPr id="515" name="Google Shape;515;p27"/>
                <p:cNvSpPr/>
                <p:nvPr/>
              </p:nvSpPr>
              <p:spPr>
                <a:xfrm>
                  <a:off x="3505000" y="5950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516" name="Google Shape;516;p27"/>
                <p:cNvSpPr/>
                <p:nvPr/>
              </p:nvSpPr>
              <p:spPr>
                <a:xfrm>
                  <a:off x="3505000" y="10233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517" name="Google Shape;517;p27"/>
                <p:cNvSpPr/>
                <p:nvPr/>
              </p:nvSpPr>
              <p:spPr>
                <a:xfrm>
                  <a:off x="3505000" y="14516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grpSp>
            <p:nvGrpSpPr>
              <p:cNvPr id="518" name="Google Shape;518;p27"/>
              <p:cNvGrpSpPr/>
              <p:nvPr/>
            </p:nvGrpSpPr>
            <p:grpSpPr>
              <a:xfrm>
                <a:off x="86107" y="3691702"/>
                <a:ext cx="73586" cy="344700"/>
                <a:chOff x="3505000" y="595000"/>
                <a:chExt cx="232500" cy="1089100"/>
              </a:xfrm>
            </p:grpSpPr>
            <p:sp>
              <p:nvSpPr>
                <p:cNvPr id="519" name="Google Shape;519;p27"/>
                <p:cNvSpPr/>
                <p:nvPr/>
              </p:nvSpPr>
              <p:spPr>
                <a:xfrm>
                  <a:off x="3505000" y="5950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520" name="Google Shape;520;p27"/>
                <p:cNvSpPr/>
                <p:nvPr/>
              </p:nvSpPr>
              <p:spPr>
                <a:xfrm>
                  <a:off x="3505000" y="10233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521" name="Google Shape;521;p27"/>
                <p:cNvSpPr/>
                <p:nvPr/>
              </p:nvSpPr>
              <p:spPr>
                <a:xfrm>
                  <a:off x="3505000" y="14516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grpSp>
            <p:nvGrpSpPr>
              <p:cNvPr id="522" name="Google Shape;522;p27"/>
              <p:cNvGrpSpPr/>
              <p:nvPr/>
            </p:nvGrpSpPr>
            <p:grpSpPr>
              <a:xfrm>
                <a:off x="220136" y="3691702"/>
                <a:ext cx="73586" cy="344700"/>
                <a:chOff x="3505000" y="595000"/>
                <a:chExt cx="232500" cy="1089100"/>
              </a:xfrm>
            </p:grpSpPr>
            <p:sp>
              <p:nvSpPr>
                <p:cNvPr id="523" name="Google Shape;523;p27"/>
                <p:cNvSpPr/>
                <p:nvPr/>
              </p:nvSpPr>
              <p:spPr>
                <a:xfrm>
                  <a:off x="3505000" y="5950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524" name="Google Shape;524;p27"/>
                <p:cNvSpPr/>
                <p:nvPr/>
              </p:nvSpPr>
              <p:spPr>
                <a:xfrm>
                  <a:off x="3505000" y="10233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525" name="Google Shape;525;p27"/>
                <p:cNvSpPr/>
                <p:nvPr/>
              </p:nvSpPr>
              <p:spPr>
                <a:xfrm>
                  <a:off x="3505000" y="14516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grpSp>
        <p:grpSp>
          <p:nvGrpSpPr>
            <p:cNvPr id="526" name="Google Shape;526;p27"/>
            <p:cNvGrpSpPr/>
            <p:nvPr/>
          </p:nvGrpSpPr>
          <p:grpSpPr>
            <a:xfrm>
              <a:off x="7091159" y="4608578"/>
              <a:ext cx="2052836" cy="511125"/>
              <a:chOff x="4430284" y="-136522"/>
              <a:chExt cx="2052836" cy="511125"/>
            </a:xfrm>
          </p:grpSpPr>
          <p:sp>
            <p:nvSpPr>
              <p:cNvPr id="527" name="Google Shape;527;p27"/>
              <p:cNvSpPr/>
              <p:nvPr/>
            </p:nvSpPr>
            <p:spPr>
              <a:xfrm>
                <a:off x="4430284" y="30055"/>
                <a:ext cx="172200" cy="172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528" name="Google Shape;528;p27"/>
              <p:cNvSpPr/>
              <p:nvPr/>
            </p:nvSpPr>
            <p:spPr>
              <a:xfrm>
                <a:off x="4602632" y="202403"/>
                <a:ext cx="172200" cy="172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529" name="Google Shape;529;p27"/>
              <p:cNvSpPr/>
              <p:nvPr/>
            </p:nvSpPr>
            <p:spPr>
              <a:xfrm>
                <a:off x="4776514" y="30055"/>
                <a:ext cx="172200" cy="172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530" name="Google Shape;530;p27"/>
              <p:cNvSpPr/>
              <p:nvPr/>
            </p:nvSpPr>
            <p:spPr>
              <a:xfrm>
                <a:off x="4948861" y="202403"/>
                <a:ext cx="172200" cy="172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531" name="Google Shape;531;p27"/>
              <p:cNvSpPr/>
              <p:nvPr/>
            </p:nvSpPr>
            <p:spPr>
              <a:xfrm>
                <a:off x="5114493" y="30055"/>
                <a:ext cx="172200" cy="172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532" name="Google Shape;532;p27"/>
              <p:cNvSpPr/>
              <p:nvPr/>
            </p:nvSpPr>
            <p:spPr>
              <a:xfrm>
                <a:off x="5286841" y="202403"/>
                <a:ext cx="172200" cy="172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533" name="Google Shape;533;p27"/>
              <p:cNvSpPr/>
              <p:nvPr/>
            </p:nvSpPr>
            <p:spPr>
              <a:xfrm>
                <a:off x="5460722" y="30055"/>
                <a:ext cx="172200" cy="172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534" name="Google Shape;534;p27"/>
              <p:cNvSpPr/>
              <p:nvPr/>
            </p:nvSpPr>
            <p:spPr>
              <a:xfrm>
                <a:off x="5633070" y="202403"/>
                <a:ext cx="172200" cy="172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535" name="Google Shape;535;p27"/>
              <p:cNvSpPr/>
              <p:nvPr/>
            </p:nvSpPr>
            <p:spPr>
              <a:xfrm>
                <a:off x="5792343" y="30055"/>
                <a:ext cx="172200" cy="172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536" name="Google Shape;536;p27"/>
              <p:cNvSpPr/>
              <p:nvPr/>
            </p:nvSpPr>
            <p:spPr>
              <a:xfrm>
                <a:off x="5964691" y="202403"/>
                <a:ext cx="172200" cy="172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537" name="Google Shape;537;p27"/>
              <p:cNvSpPr/>
              <p:nvPr/>
            </p:nvSpPr>
            <p:spPr>
              <a:xfrm>
                <a:off x="6138572" y="30055"/>
                <a:ext cx="172200" cy="172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538" name="Google Shape;538;p27"/>
              <p:cNvSpPr/>
              <p:nvPr/>
            </p:nvSpPr>
            <p:spPr>
              <a:xfrm>
                <a:off x="6310920" y="202403"/>
                <a:ext cx="172200" cy="172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539" name="Google Shape;539;p27"/>
              <p:cNvSpPr/>
              <p:nvPr/>
            </p:nvSpPr>
            <p:spPr>
              <a:xfrm>
                <a:off x="4602632" y="-136522"/>
                <a:ext cx="172200" cy="172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540" name="Google Shape;540;p27"/>
              <p:cNvSpPr/>
              <p:nvPr/>
            </p:nvSpPr>
            <p:spPr>
              <a:xfrm>
                <a:off x="4948861" y="-136522"/>
                <a:ext cx="172200" cy="172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541" name="Google Shape;541;p27"/>
              <p:cNvSpPr/>
              <p:nvPr/>
            </p:nvSpPr>
            <p:spPr>
              <a:xfrm>
                <a:off x="5286841" y="-136522"/>
                <a:ext cx="172200" cy="172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542" name="Google Shape;542;p27"/>
              <p:cNvSpPr/>
              <p:nvPr/>
            </p:nvSpPr>
            <p:spPr>
              <a:xfrm>
                <a:off x="5633070" y="-136522"/>
                <a:ext cx="172200" cy="172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543" name="Google Shape;543;p27"/>
              <p:cNvSpPr/>
              <p:nvPr/>
            </p:nvSpPr>
            <p:spPr>
              <a:xfrm>
                <a:off x="5964691" y="-136522"/>
                <a:ext cx="172200" cy="172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544" name="Google Shape;544;p27"/>
              <p:cNvSpPr/>
              <p:nvPr/>
            </p:nvSpPr>
            <p:spPr>
              <a:xfrm>
                <a:off x="6310920" y="-136522"/>
                <a:ext cx="172200" cy="172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lt2"/>
              </a:buClr>
              <a:buSzPts val="3500"/>
              <a:buFont typeface="Anton"/>
              <a:buNone/>
              <a:defRPr sz="3500">
                <a:solidFill>
                  <a:schemeClr val="lt2"/>
                </a:solidFill>
                <a:latin typeface="Anton"/>
                <a:ea typeface="Anton"/>
                <a:cs typeface="Anton"/>
                <a:sym typeface="Anton"/>
              </a:defRPr>
            </a:lvl1pPr>
            <a:lvl2pPr lvl="1" rtl="0">
              <a:spcBef>
                <a:spcPts val="0"/>
              </a:spcBef>
              <a:spcAft>
                <a:spcPts val="0"/>
              </a:spcAft>
              <a:buClr>
                <a:schemeClr val="lt2"/>
              </a:buClr>
              <a:buSzPts val="3500"/>
              <a:buFont typeface="Anton"/>
              <a:buNone/>
              <a:defRPr sz="3500">
                <a:solidFill>
                  <a:schemeClr val="lt2"/>
                </a:solidFill>
                <a:latin typeface="Anton"/>
                <a:ea typeface="Anton"/>
                <a:cs typeface="Anton"/>
                <a:sym typeface="Anton"/>
              </a:defRPr>
            </a:lvl2pPr>
            <a:lvl3pPr lvl="2" rtl="0">
              <a:spcBef>
                <a:spcPts val="0"/>
              </a:spcBef>
              <a:spcAft>
                <a:spcPts val="0"/>
              </a:spcAft>
              <a:buClr>
                <a:schemeClr val="lt2"/>
              </a:buClr>
              <a:buSzPts val="3500"/>
              <a:buFont typeface="Anton"/>
              <a:buNone/>
              <a:defRPr sz="3500">
                <a:solidFill>
                  <a:schemeClr val="lt2"/>
                </a:solidFill>
                <a:latin typeface="Anton"/>
                <a:ea typeface="Anton"/>
                <a:cs typeface="Anton"/>
                <a:sym typeface="Anton"/>
              </a:defRPr>
            </a:lvl3pPr>
            <a:lvl4pPr lvl="3" rtl="0">
              <a:spcBef>
                <a:spcPts val="0"/>
              </a:spcBef>
              <a:spcAft>
                <a:spcPts val="0"/>
              </a:spcAft>
              <a:buClr>
                <a:schemeClr val="lt2"/>
              </a:buClr>
              <a:buSzPts val="3500"/>
              <a:buFont typeface="Anton"/>
              <a:buNone/>
              <a:defRPr sz="3500">
                <a:solidFill>
                  <a:schemeClr val="lt2"/>
                </a:solidFill>
                <a:latin typeface="Anton"/>
                <a:ea typeface="Anton"/>
                <a:cs typeface="Anton"/>
                <a:sym typeface="Anton"/>
              </a:defRPr>
            </a:lvl4pPr>
            <a:lvl5pPr lvl="4" rtl="0">
              <a:spcBef>
                <a:spcPts val="0"/>
              </a:spcBef>
              <a:spcAft>
                <a:spcPts val="0"/>
              </a:spcAft>
              <a:buClr>
                <a:schemeClr val="lt2"/>
              </a:buClr>
              <a:buSzPts val="3500"/>
              <a:buFont typeface="Anton"/>
              <a:buNone/>
              <a:defRPr sz="3500">
                <a:solidFill>
                  <a:schemeClr val="lt2"/>
                </a:solidFill>
                <a:latin typeface="Anton"/>
                <a:ea typeface="Anton"/>
                <a:cs typeface="Anton"/>
                <a:sym typeface="Anton"/>
              </a:defRPr>
            </a:lvl5pPr>
            <a:lvl6pPr lvl="5" rtl="0">
              <a:spcBef>
                <a:spcPts val="0"/>
              </a:spcBef>
              <a:spcAft>
                <a:spcPts val="0"/>
              </a:spcAft>
              <a:buClr>
                <a:schemeClr val="lt2"/>
              </a:buClr>
              <a:buSzPts val="3500"/>
              <a:buFont typeface="Anton"/>
              <a:buNone/>
              <a:defRPr sz="3500">
                <a:solidFill>
                  <a:schemeClr val="lt2"/>
                </a:solidFill>
                <a:latin typeface="Anton"/>
                <a:ea typeface="Anton"/>
                <a:cs typeface="Anton"/>
                <a:sym typeface="Anton"/>
              </a:defRPr>
            </a:lvl6pPr>
            <a:lvl7pPr lvl="6" rtl="0">
              <a:spcBef>
                <a:spcPts val="0"/>
              </a:spcBef>
              <a:spcAft>
                <a:spcPts val="0"/>
              </a:spcAft>
              <a:buClr>
                <a:schemeClr val="lt2"/>
              </a:buClr>
              <a:buSzPts val="3500"/>
              <a:buFont typeface="Anton"/>
              <a:buNone/>
              <a:defRPr sz="3500">
                <a:solidFill>
                  <a:schemeClr val="lt2"/>
                </a:solidFill>
                <a:latin typeface="Anton"/>
                <a:ea typeface="Anton"/>
                <a:cs typeface="Anton"/>
                <a:sym typeface="Anton"/>
              </a:defRPr>
            </a:lvl7pPr>
            <a:lvl8pPr lvl="7" rtl="0">
              <a:spcBef>
                <a:spcPts val="0"/>
              </a:spcBef>
              <a:spcAft>
                <a:spcPts val="0"/>
              </a:spcAft>
              <a:buClr>
                <a:schemeClr val="lt2"/>
              </a:buClr>
              <a:buSzPts val="3500"/>
              <a:buFont typeface="Anton"/>
              <a:buNone/>
              <a:defRPr sz="3500">
                <a:solidFill>
                  <a:schemeClr val="lt2"/>
                </a:solidFill>
                <a:latin typeface="Anton"/>
                <a:ea typeface="Anton"/>
                <a:cs typeface="Anton"/>
                <a:sym typeface="Anton"/>
              </a:defRPr>
            </a:lvl8pPr>
            <a:lvl9pPr lvl="8" rtl="0">
              <a:spcBef>
                <a:spcPts val="0"/>
              </a:spcBef>
              <a:spcAft>
                <a:spcPts val="0"/>
              </a:spcAft>
              <a:buClr>
                <a:schemeClr val="lt2"/>
              </a:buClr>
              <a:buSzPts val="3500"/>
              <a:buFont typeface="Anton"/>
              <a:buNone/>
              <a:defRPr sz="3500">
                <a:solidFill>
                  <a:schemeClr val="lt2"/>
                </a:solidFill>
                <a:latin typeface="Anton"/>
                <a:ea typeface="Anton"/>
                <a:cs typeface="Anton"/>
                <a:sym typeface="Anton"/>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lt2"/>
              </a:buClr>
              <a:buSzPts val="1400"/>
              <a:buFont typeface="Public Sans"/>
              <a:buChar char="●"/>
              <a:defRPr>
                <a:solidFill>
                  <a:schemeClr val="lt2"/>
                </a:solidFill>
                <a:latin typeface="Public Sans"/>
                <a:ea typeface="Public Sans"/>
                <a:cs typeface="Public Sans"/>
                <a:sym typeface="Public Sans"/>
              </a:defRPr>
            </a:lvl1pPr>
            <a:lvl2pPr marL="914400" lvl="1" indent="-317500">
              <a:lnSpc>
                <a:spcPct val="115000"/>
              </a:lnSpc>
              <a:spcBef>
                <a:spcPts val="0"/>
              </a:spcBef>
              <a:spcAft>
                <a:spcPts val="0"/>
              </a:spcAft>
              <a:buClr>
                <a:schemeClr val="lt2"/>
              </a:buClr>
              <a:buSzPts val="1400"/>
              <a:buFont typeface="Public Sans"/>
              <a:buChar char="○"/>
              <a:defRPr>
                <a:solidFill>
                  <a:schemeClr val="lt2"/>
                </a:solidFill>
                <a:latin typeface="Public Sans"/>
                <a:ea typeface="Public Sans"/>
                <a:cs typeface="Public Sans"/>
                <a:sym typeface="Public Sans"/>
              </a:defRPr>
            </a:lvl2pPr>
            <a:lvl3pPr marL="1371600" lvl="2" indent="-317500">
              <a:lnSpc>
                <a:spcPct val="115000"/>
              </a:lnSpc>
              <a:spcBef>
                <a:spcPts val="0"/>
              </a:spcBef>
              <a:spcAft>
                <a:spcPts val="0"/>
              </a:spcAft>
              <a:buClr>
                <a:schemeClr val="lt2"/>
              </a:buClr>
              <a:buSzPts val="1400"/>
              <a:buFont typeface="Public Sans"/>
              <a:buChar char="■"/>
              <a:defRPr>
                <a:solidFill>
                  <a:schemeClr val="lt2"/>
                </a:solidFill>
                <a:latin typeface="Public Sans"/>
                <a:ea typeface="Public Sans"/>
                <a:cs typeface="Public Sans"/>
                <a:sym typeface="Public Sans"/>
              </a:defRPr>
            </a:lvl3pPr>
            <a:lvl4pPr marL="1828800" lvl="3" indent="-317500">
              <a:lnSpc>
                <a:spcPct val="115000"/>
              </a:lnSpc>
              <a:spcBef>
                <a:spcPts val="0"/>
              </a:spcBef>
              <a:spcAft>
                <a:spcPts val="0"/>
              </a:spcAft>
              <a:buClr>
                <a:schemeClr val="lt2"/>
              </a:buClr>
              <a:buSzPts val="1400"/>
              <a:buFont typeface="Public Sans"/>
              <a:buChar char="●"/>
              <a:defRPr>
                <a:solidFill>
                  <a:schemeClr val="lt2"/>
                </a:solidFill>
                <a:latin typeface="Public Sans"/>
                <a:ea typeface="Public Sans"/>
                <a:cs typeface="Public Sans"/>
                <a:sym typeface="Public Sans"/>
              </a:defRPr>
            </a:lvl4pPr>
            <a:lvl5pPr marL="2286000" lvl="4" indent="-317500">
              <a:lnSpc>
                <a:spcPct val="115000"/>
              </a:lnSpc>
              <a:spcBef>
                <a:spcPts val="0"/>
              </a:spcBef>
              <a:spcAft>
                <a:spcPts val="0"/>
              </a:spcAft>
              <a:buClr>
                <a:schemeClr val="lt2"/>
              </a:buClr>
              <a:buSzPts val="1400"/>
              <a:buFont typeface="Public Sans"/>
              <a:buChar char="○"/>
              <a:defRPr>
                <a:solidFill>
                  <a:schemeClr val="lt2"/>
                </a:solidFill>
                <a:latin typeface="Public Sans"/>
                <a:ea typeface="Public Sans"/>
                <a:cs typeface="Public Sans"/>
                <a:sym typeface="Public Sans"/>
              </a:defRPr>
            </a:lvl5pPr>
            <a:lvl6pPr marL="2743200" lvl="5" indent="-317500">
              <a:lnSpc>
                <a:spcPct val="115000"/>
              </a:lnSpc>
              <a:spcBef>
                <a:spcPts val="0"/>
              </a:spcBef>
              <a:spcAft>
                <a:spcPts val="0"/>
              </a:spcAft>
              <a:buClr>
                <a:schemeClr val="lt2"/>
              </a:buClr>
              <a:buSzPts val="1400"/>
              <a:buFont typeface="Public Sans"/>
              <a:buChar char="■"/>
              <a:defRPr>
                <a:solidFill>
                  <a:schemeClr val="lt2"/>
                </a:solidFill>
                <a:latin typeface="Public Sans"/>
                <a:ea typeface="Public Sans"/>
                <a:cs typeface="Public Sans"/>
                <a:sym typeface="Public Sans"/>
              </a:defRPr>
            </a:lvl6pPr>
            <a:lvl7pPr marL="3200400" lvl="6" indent="-317500">
              <a:lnSpc>
                <a:spcPct val="115000"/>
              </a:lnSpc>
              <a:spcBef>
                <a:spcPts val="0"/>
              </a:spcBef>
              <a:spcAft>
                <a:spcPts val="0"/>
              </a:spcAft>
              <a:buClr>
                <a:schemeClr val="lt2"/>
              </a:buClr>
              <a:buSzPts val="1400"/>
              <a:buFont typeface="Public Sans"/>
              <a:buChar char="●"/>
              <a:defRPr>
                <a:solidFill>
                  <a:schemeClr val="lt2"/>
                </a:solidFill>
                <a:latin typeface="Public Sans"/>
                <a:ea typeface="Public Sans"/>
                <a:cs typeface="Public Sans"/>
                <a:sym typeface="Public Sans"/>
              </a:defRPr>
            </a:lvl7pPr>
            <a:lvl8pPr marL="3657600" lvl="7" indent="-317500">
              <a:lnSpc>
                <a:spcPct val="115000"/>
              </a:lnSpc>
              <a:spcBef>
                <a:spcPts val="0"/>
              </a:spcBef>
              <a:spcAft>
                <a:spcPts val="0"/>
              </a:spcAft>
              <a:buClr>
                <a:schemeClr val="lt2"/>
              </a:buClr>
              <a:buSzPts val="1400"/>
              <a:buFont typeface="Public Sans"/>
              <a:buChar char="○"/>
              <a:defRPr>
                <a:solidFill>
                  <a:schemeClr val="lt2"/>
                </a:solidFill>
                <a:latin typeface="Public Sans"/>
                <a:ea typeface="Public Sans"/>
                <a:cs typeface="Public Sans"/>
                <a:sym typeface="Public Sans"/>
              </a:defRPr>
            </a:lvl8pPr>
            <a:lvl9pPr marL="4114800" lvl="8" indent="-317500">
              <a:lnSpc>
                <a:spcPct val="115000"/>
              </a:lnSpc>
              <a:spcBef>
                <a:spcPts val="0"/>
              </a:spcBef>
              <a:spcAft>
                <a:spcPts val="0"/>
              </a:spcAft>
              <a:buClr>
                <a:schemeClr val="lt2"/>
              </a:buClr>
              <a:buSzPts val="1400"/>
              <a:buFont typeface="Public Sans"/>
              <a:buChar char="■"/>
              <a:defRPr>
                <a:solidFill>
                  <a:schemeClr val="lt2"/>
                </a:solidFill>
                <a:latin typeface="Public Sans"/>
                <a:ea typeface="Public Sans"/>
                <a:cs typeface="Public Sans"/>
                <a:sym typeface="Public Sans"/>
              </a:defRPr>
            </a:lvl9pPr>
          </a:lstStyle>
          <a:p>
            <a:endParaRPr dirty="0"/>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 id="2147483658" r:id="rId7"/>
    <p:sldLayoutId id="2147483659" r:id="rId8"/>
    <p:sldLayoutId id="2147483660" r:id="rId9"/>
    <p:sldLayoutId id="2147483662" r:id="rId10"/>
    <p:sldLayoutId id="2147483672" r:id="rId11"/>
    <p:sldLayoutId id="2147483673"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9.xml"/><Relationship Id="rId4" Type="http://schemas.openxmlformats.org/officeDocument/2006/relationships/image" Target="../media/image7.jp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10.jpg"/></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10.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0.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0.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0.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54"/>
        <p:cNvGrpSpPr/>
        <p:nvPr/>
      </p:nvGrpSpPr>
      <p:grpSpPr>
        <a:xfrm>
          <a:off x="0" y="0"/>
          <a:ext cx="0" cy="0"/>
          <a:chOff x="0" y="0"/>
          <a:chExt cx="0" cy="0"/>
        </a:xfrm>
      </p:grpSpPr>
      <p:sp>
        <p:nvSpPr>
          <p:cNvPr id="555" name="Google Shape;555;p31"/>
          <p:cNvSpPr/>
          <p:nvPr/>
        </p:nvSpPr>
        <p:spPr>
          <a:xfrm>
            <a:off x="953450" y="2708675"/>
            <a:ext cx="7360200" cy="1899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556" name="Google Shape;556;p31"/>
          <p:cNvSpPr txBox="1">
            <a:spLocks noGrp="1"/>
          </p:cNvSpPr>
          <p:nvPr>
            <p:ph type="ctrTitle"/>
          </p:nvPr>
        </p:nvSpPr>
        <p:spPr>
          <a:xfrm>
            <a:off x="3185775" y="539500"/>
            <a:ext cx="5841988" cy="1843800"/>
          </a:xfrm>
          <a:prstGeom prst="rect">
            <a:avLst/>
          </a:prstGeom>
        </p:spPr>
        <p:txBody>
          <a:bodyPr spcFirstLastPara="1" wrap="square" lIns="91425" tIns="91425" rIns="91425" bIns="91425" anchor="ctr" anchorCtr="0">
            <a:noAutofit/>
          </a:bodyPr>
          <a:lstStyle/>
          <a:p>
            <a:pPr lvl="0"/>
            <a:r>
              <a:rPr lang="en-US" sz="4000" dirty="0">
                <a:solidFill>
                  <a:srgbClr val="FFFFFF"/>
                </a:solidFill>
              </a:rPr>
              <a:t>Báo </a:t>
            </a:r>
            <a:r>
              <a:rPr lang="en-US" sz="4000" dirty="0" err="1">
                <a:solidFill>
                  <a:srgbClr val="FFFFFF"/>
                </a:solidFill>
              </a:rPr>
              <a:t>cáo</a:t>
            </a:r>
            <a:r>
              <a:rPr lang="en-US" sz="4000" dirty="0">
                <a:solidFill>
                  <a:srgbClr val="FFFFFF"/>
                </a:solidFill>
              </a:rPr>
              <a:t> </a:t>
            </a:r>
            <a:r>
              <a:rPr lang="en-US" sz="4000" dirty="0" err="1">
                <a:solidFill>
                  <a:srgbClr val="FFFFFF"/>
                </a:solidFill>
              </a:rPr>
              <a:t>đồ</a:t>
            </a:r>
            <a:r>
              <a:rPr lang="en-US" sz="4000" dirty="0">
                <a:solidFill>
                  <a:srgbClr val="FFFFFF"/>
                </a:solidFill>
              </a:rPr>
              <a:t> </a:t>
            </a:r>
            <a:r>
              <a:rPr lang="en-US" sz="4000" dirty="0" err="1">
                <a:solidFill>
                  <a:srgbClr val="FFFFFF"/>
                </a:solidFill>
              </a:rPr>
              <a:t>án</a:t>
            </a:r>
            <a:r>
              <a:rPr lang="en-US" sz="4000" dirty="0">
                <a:solidFill>
                  <a:srgbClr val="FFFFFF"/>
                </a:solidFill>
              </a:rPr>
              <a:t>: </a:t>
            </a:r>
            <a:br>
              <a:rPr lang="en-US" sz="4000" dirty="0">
                <a:solidFill>
                  <a:srgbClr val="FFFFFF"/>
                </a:solidFill>
              </a:rPr>
            </a:br>
            <a:r>
              <a:rPr lang="en-US" sz="4000" dirty="0">
                <a:solidFill>
                  <a:srgbClr val="FFFFFF"/>
                </a:solidFill>
              </a:rPr>
              <a:t>App </a:t>
            </a:r>
            <a:r>
              <a:rPr lang="en-US" sz="4000" dirty="0" err="1">
                <a:solidFill>
                  <a:srgbClr val="FFFFFF"/>
                </a:solidFill>
              </a:rPr>
              <a:t>quản</a:t>
            </a:r>
            <a:r>
              <a:rPr lang="en-US" sz="4000" dirty="0">
                <a:solidFill>
                  <a:srgbClr val="FFFFFF"/>
                </a:solidFill>
              </a:rPr>
              <a:t> </a:t>
            </a:r>
            <a:r>
              <a:rPr lang="en-US" sz="4000" dirty="0" err="1">
                <a:solidFill>
                  <a:srgbClr val="FFFFFF"/>
                </a:solidFill>
              </a:rPr>
              <a:t>lí</a:t>
            </a:r>
            <a:r>
              <a:rPr lang="en-US" sz="4000" dirty="0">
                <a:solidFill>
                  <a:srgbClr val="FFFFFF"/>
                </a:solidFill>
              </a:rPr>
              <a:t> </a:t>
            </a:r>
            <a:r>
              <a:rPr lang="en-US" sz="4000" dirty="0" err="1">
                <a:solidFill>
                  <a:srgbClr val="FFFFFF"/>
                </a:solidFill>
              </a:rPr>
              <a:t>bán</a:t>
            </a:r>
            <a:r>
              <a:rPr lang="en-US" sz="4000" dirty="0">
                <a:solidFill>
                  <a:srgbClr val="FFFFFF"/>
                </a:solidFill>
              </a:rPr>
              <a:t> </a:t>
            </a:r>
            <a:r>
              <a:rPr lang="en-US" sz="4000" dirty="0" err="1">
                <a:solidFill>
                  <a:srgbClr val="FFFFFF"/>
                </a:solidFill>
              </a:rPr>
              <a:t>xe</a:t>
            </a:r>
            <a:r>
              <a:rPr lang="en-US" sz="4000" dirty="0">
                <a:solidFill>
                  <a:srgbClr val="FFFFFF"/>
                </a:solidFill>
              </a:rPr>
              <a:t> </a:t>
            </a:r>
            <a:r>
              <a:rPr lang="en-US" sz="4000" dirty="0" err="1">
                <a:solidFill>
                  <a:srgbClr val="FFFFFF"/>
                </a:solidFill>
              </a:rPr>
              <a:t>gắn</a:t>
            </a:r>
            <a:r>
              <a:rPr lang="en-US" sz="4000" dirty="0">
                <a:solidFill>
                  <a:srgbClr val="FFFFFF"/>
                </a:solidFill>
              </a:rPr>
              <a:t> </a:t>
            </a:r>
            <a:r>
              <a:rPr lang="en-US" sz="4000" dirty="0" err="1">
                <a:solidFill>
                  <a:srgbClr val="FFFFFF"/>
                </a:solidFill>
              </a:rPr>
              <a:t>máy</a:t>
            </a:r>
            <a:endParaRPr sz="4000" b="0" dirty="0">
              <a:latin typeface="Anton"/>
              <a:ea typeface="Anton"/>
              <a:cs typeface="Anton"/>
              <a:sym typeface="Anton"/>
            </a:endParaRPr>
          </a:p>
        </p:txBody>
      </p:sp>
      <p:pic>
        <p:nvPicPr>
          <p:cNvPr id="558" name="Google Shape;558;p31"/>
          <p:cNvPicPr preferRelativeResize="0">
            <a:picLocks noGrp="1"/>
          </p:cNvPicPr>
          <p:nvPr>
            <p:ph type="pic" idx="2"/>
          </p:nvPr>
        </p:nvPicPr>
        <p:blipFill rotWithShape="1">
          <a:blip r:embed="rId3">
            <a:alphaModFix/>
          </a:blip>
          <a:srcRect l="4168" t="32681" r="1750" b="24306"/>
          <a:stretch/>
        </p:blipFill>
        <p:spPr>
          <a:xfrm>
            <a:off x="830350" y="2578100"/>
            <a:ext cx="7359898" cy="1892701"/>
          </a:xfrm>
          <a:prstGeom prst="rect">
            <a:avLst/>
          </a:prstGeom>
        </p:spPr>
      </p:pic>
      <p:sp>
        <p:nvSpPr>
          <p:cNvPr id="560" name="Google Shape;560;p31"/>
          <p:cNvSpPr/>
          <p:nvPr/>
        </p:nvSpPr>
        <p:spPr>
          <a:xfrm>
            <a:off x="527525" y="3299125"/>
            <a:ext cx="592800" cy="592800"/>
          </a:xfrm>
          <a:prstGeom prst="donut">
            <a:avLst>
              <a:gd name="adj" fmla="val 24964"/>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32"/>
          <p:cNvSpPr txBox="1">
            <a:spLocks noGrp="1"/>
          </p:cNvSpPr>
          <p:nvPr>
            <p:ph type="title"/>
          </p:nvPr>
        </p:nvSpPr>
        <p:spPr>
          <a:xfrm>
            <a:off x="720000" y="437276"/>
            <a:ext cx="7704000" cy="572700"/>
          </a:xfrm>
          <a:prstGeom prst="rect">
            <a:avLst/>
          </a:prstGeom>
        </p:spPr>
        <p:txBody>
          <a:bodyPr spcFirstLastPara="1" wrap="square" lIns="91425" tIns="91425" rIns="91425" bIns="91425" anchor="t" anchorCtr="0">
            <a:noAutofit/>
          </a:bodyPr>
          <a:lstStyle/>
          <a:p>
            <a:pPr lvl="0"/>
            <a:r>
              <a:rPr lang="en-US" sz="3600" dirty="0">
                <a:solidFill>
                  <a:srgbClr val="FFFFFF"/>
                </a:solidFill>
              </a:rPr>
              <a:t>Thành </a:t>
            </a:r>
            <a:r>
              <a:rPr lang="en-US" sz="3600" dirty="0" err="1">
                <a:solidFill>
                  <a:srgbClr val="FFFFFF"/>
                </a:solidFill>
              </a:rPr>
              <a:t>viên</a:t>
            </a:r>
            <a:r>
              <a:rPr lang="en-US" sz="3600" dirty="0">
                <a:solidFill>
                  <a:srgbClr val="FFFFFF"/>
                </a:solidFill>
              </a:rPr>
              <a:t> </a:t>
            </a:r>
            <a:r>
              <a:rPr lang="en-US" sz="3600" dirty="0" err="1">
                <a:solidFill>
                  <a:srgbClr val="FFFFFF"/>
                </a:solidFill>
              </a:rPr>
              <a:t>nhóm</a:t>
            </a:r>
            <a:endParaRPr dirty="0"/>
          </a:p>
        </p:txBody>
      </p:sp>
      <p:graphicFrame>
        <p:nvGraphicFramePr>
          <p:cNvPr id="2" name="Table 1">
            <a:extLst>
              <a:ext uri="{FF2B5EF4-FFF2-40B4-BE49-F238E27FC236}">
                <a16:creationId xmlns:a16="http://schemas.microsoft.com/office/drawing/2014/main" id="{1F24AC0E-37F3-60B9-3AFF-5FF769BBF1E0}"/>
              </a:ext>
            </a:extLst>
          </p:cNvPr>
          <p:cNvGraphicFramePr>
            <a:graphicFrameLocks noGrp="1"/>
          </p:cNvGraphicFramePr>
          <p:nvPr>
            <p:extLst>
              <p:ext uri="{D42A27DB-BD31-4B8C-83A1-F6EECF244321}">
                <p14:modId xmlns:p14="http://schemas.microsoft.com/office/powerpoint/2010/main" val="2495152577"/>
              </p:ext>
            </p:extLst>
          </p:nvPr>
        </p:nvGraphicFramePr>
        <p:xfrm>
          <a:off x="412922" y="1606275"/>
          <a:ext cx="8318156" cy="2621280"/>
        </p:xfrm>
        <a:graphic>
          <a:graphicData uri="http://schemas.openxmlformats.org/drawingml/2006/table">
            <a:tbl>
              <a:tblPr firstRow="1" firstCol="1" bandRow="1">
                <a:tableStyleId>{73CB5FAE-E571-408D-B859-89448FEFBE65}</a:tableStyleId>
              </a:tblPr>
              <a:tblGrid>
                <a:gridCol w="1397000">
                  <a:extLst>
                    <a:ext uri="{9D8B030D-6E8A-4147-A177-3AD203B41FA5}">
                      <a16:colId xmlns:a16="http://schemas.microsoft.com/office/drawing/2014/main" val="2095036598"/>
                    </a:ext>
                  </a:extLst>
                </a:gridCol>
                <a:gridCol w="6921156">
                  <a:extLst>
                    <a:ext uri="{9D8B030D-6E8A-4147-A177-3AD203B41FA5}">
                      <a16:colId xmlns:a16="http://schemas.microsoft.com/office/drawing/2014/main" val="3164983304"/>
                    </a:ext>
                  </a:extLst>
                </a:gridCol>
              </a:tblGrid>
              <a:tr h="0">
                <a:tc>
                  <a:txBody>
                    <a:bodyPr/>
                    <a:lstStyle/>
                    <a:p>
                      <a:pPr algn="ctr">
                        <a:buNone/>
                      </a:pPr>
                      <a:r>
                        <a:rPr lang="en-US" sz="1400" dirty="0">
                          <a:solidFill>
                            <a:schemeClr val="tx2"/>
                          </a:solidFill>
                          <a:effectLst/>
                        </a:rPr>
                        <a:t>Thành </a:t>
                      </a:r>
                      <a:r>
                        <a:rPr lang="en-US" sz="1400" dirty="0" err="1">
                          <a:solidFill>
                            <a:schemeClr val="tx2"/>
                          </a:solidFill>
                          <a:effectLst/>
                        </a:rPr>
                        <a:t>viên</a:t>
                      </a:r>
                      <a:endParaRPr lang="en-US" sz="1050" dirty="0">
                        <a:solidFill>
                          <a:schemeClr val="tx2"/>
                        </a:solidFill>
                        <a:effectLst/>
                        <a:latin typeface="Times New Roman" panose="02020603050405020304" pitchFamily="18" charset="0"/>
                        <a:ea typeface="Times New Roman" panose="02020603050405020304" pitchFamily="18" charset="0"/>
                      </a:endParaRPr>
                    </a:p>
                  </a:txBody>
                  <a:tcPr marL="101600" marR="101600" marT="76200" marB="76200" anchor="ctr"/>
                </a:tc>
                <a:tc>
                  <a:txBody>
                    <a:bodyPr/>
                    <a:lstStyle/>
                    <a:p>
                      <a:pPr algn="ctr">
                        <a:buNone/>
                      </a:pPr>
                      <a:r>
                        <a:rPr lang="en-US" sz="1400">
                          <a:solidFill>
                            <a:schemeClr val="tx2"/>
                          </a:solidFill>
                          <a:effectLst/>
                        </a:rPr>
                        <a:t>Công việc chính</a:t>
                      </a:r>
                      <a:endParaRPr lang="en-US" sz="1050">
                        <a:solidFill>
                          <a:schemeClr val="tx2"/>
                        </a:solidFill>
                        <a:effectLst/>
                        <a:latin typeface="Times New Roman" panose="02020603050405020304" pitchFamily="18" charset="0"/>
                        <a:ea typeface="Times New Roman" panose="02020603050405020304" pitchFamily="18" charset="0"/>
                      </a:endParaRPr>
                    </a:p>
                  </a:txBody>
                  <a:tcPr marL="101600" marR="101600" marT="76200" marB="76200" anchor="ctr"/>
                </a:tc>
                <a:extLst>
                  <a:ext uri="{0D108BD9-81ED-4DB2-BD59-A6C34878D82A}">
                    <a16:rowId xmlns:a16="http://schemas.microsoft.com/office/drawing/2014/main" val="267929377"/>
                  </a:ext>
                </a:extLst>
              </a:tr>
              <a:tr h="0">
                <a:tc>
                  <a:txBody>
                    <a:bodyPr/>
                    <a:lstStyle/>
                    <a:p>
                      <a:pPr algn="ctr">
                        <a:buNone/>
                      </a:pPr>
                      <a:r>
                        <a:rPr lang="en-US" sz="1200">
                          <a:solidFill>
                            <a:schemeClr val="tx2"/>
                          </a:solidFill>
                          <a:effectLst/>
                        </a:rPr>
                        <a:t>Lâm Minh Quân</a:t>
                      </a:r>
                      <a:endParaRPr lang="en-US" sz="1050">
                        <a:solidFill>
                          <a:schemeClr val="tx2"/>
                        </a:solidFill>
                        <a:effectLst/>
                      </a:endParaRPr>
                    </a:p>
                    <a:p>
                      <a:pPr algn="ctr">
                        <a:buNone/>
                      </a:pPr>
                      <a:r>
                        <a:rPr lang="en-US" sz="1200">
                          <a:solidFill>
                            <a:schemeClr val="tx2"/>
                          </a:solidFill>
                          <a:effectLst/>
                        </a:rPr>
                        <a:t>22200131</a:t>
                      </a:r>
                      <a:endParaRPr lang="en-US" sz="1050">
                        <a:solidFill>
                          <a:schemeClr val="tx2"/>
                        </a:solidFill>
                        <a:effectLst/>
                        <a:latin typeface="Times New Roman" panose="02020603050405020304" pitchFamily="18" charset="0"/>
                        <a:ea typeface="Times New Roman" panose="02020603050405020304" pitchFamily="18" charset="0"/>
                      </a:endParaRPr>
                    </a:p>
                  </a:txBody>
                  <a:tcPr marL="101600" marR="101600" marT="76200" marB="76200" anchor="ctr"/>
                </a:tc>
                <a:tc>
                  <a:txBody>
                    <a:bodyPr/>
                    <a:lstStyle/>
                    <a:p>
                      <a:pPr algn="ctr">
                        <a:buNone/>
                      </a:pPr>
                      <a:r>
                        <a:rPr lang="en-US" sz="1200" dirty="0">
                          <a:solidFill>
                            <a:schemeClr val="tx2"/>
                          </a:solidFill>
                          <a:effectLst/>
                        </a:rPr>
                        <a:t>Navigation, </a:t>
                      </a:r>
                      <a:r>
                        <a:rPr lang="en-US" sz="1200" dirty="0" err="1">
                          <a:solidFill>
                            <a:schemeClr val="tx2"/>
                          </a:solidFill>
                          <a:effectLst/>
                        </a:rPr>
                        <a:t>màn</a:t>
                      </a:r>
                      <a:r>
                        <a:rPr lang="en-US" sz="1200" dirty="0">
                          <a:solidFill>
                            <a:schemeClr val="tx2"/>
                          </a:solidFill>
                          <a:effectLst/>
                        </a:rPr>
                        <a:t> </a:t>
                      </a:r>
                      <a:r>
                        <a:rPr lang="en-US" sz="1200" dirty="0" err="1">
                          <a:solidFill>
                            <a:schemeClr val="tx2"/>
                          </a:solidFill>
                          <a:effectLst/>
                        </a:rPr>
                        <a:t>hình</a:t>
                      </a:r>
                      <a:r>
                        <a:rPr lang="en-US" sz="1200" dirty="0">
                          <a:solidFill>
                            <a:schemeClr val="tx2"/>
                          </a:solidFill>
                          <a:effectLst/>
                        </a:rPr>
                        <a:t> Splash/Login, </a:t>
                      </a:r>
                      <a:r>
                        <a:rPr lang="en-US" sz="1200" dirty="0" err="1">
                          <a:solidFill>
                            <a:schemeClr val="tx2"/>
                          </a:solidFill>
                          <a:effectLst/>
                        </a:rPr>
                        <a:t>phân</a:t>
                      </a:r>
                      <a:r>
                        <a:rPr lang="en-US" sz="1200" dirty="0">
                          <a:solidFill>
                            <a:schemeClr val="tx2"/>
                          </a:solidFill>
                          <a:effectLst/>
                        </a:rPr>
                        <a:t> </a:t>
                      </a:r>
                      <a:r>
                        <a:rPr lang="en-US" sz="1200" dirty="0" err="1">
                          <a:solidFill>
                            <a:schemeClr val="tx2"/>
                          </a:solidFill>
                          <a:effectLst/>
                        </a:rPr>
                        <a:t>quyền</a:t>
                      </a:r>
                      <a:r>
                        <a:rPr lang="en-US" sz="1200" dirty="0">
                          <a:solidFill>
                            <a:schemeClr val="tx2"/>
                          </a:solidFill>
                          <a:effectLst/>
                        </a:rPr>
                        <a:t> </a:t>
                      </a:r>
                      <a:r>
                        <a:rPr lang="en-US" sz="1200" dirty="0" err="1">
                          <a:solidFill>
                            <a:schemeClr val="tx2"/>
                          </a:solidFill>
                          <a:effectLst/>
                        </a:rPr>
                        <a:t>giao</a:t>
                      </a:r>
                      <a:r>
                        <a:rPr lang="en-US" sz="1200" dirty="0">
                          <a:solidFill>
                            <a:schemeClr val="tx2"/>
                          </a:solidFill>
                          <a:effectLst/>
                        </a:rPr>
                        <a:t> </a:t>
                      </a:r>
                      <a:r>
                        <a:rPr lang="en-US" sz="1200" dirty="0" err="1">
                          <a:solidFill>
                            <a:schemeClr val="tx2"/>
                          </a:solidFill>
                          <a:effectLst/>
                        </a:rPr>
                        <a:t>diện</a:t>
                      </a:r>
                      <a:r>
                        <a:rPr lang="en-US" sz="1200" dirty="0">
                          <a:solidFill>
                            <a:schemeClr val="tx2"/>
                          </a:solidFill>
                          <a:effectLst/>
                        </a:rPr>
                        <a:t> (Admin/Sales/Tech/Customer), Dashboard </a:t>
                      </a:r>
                      <a:r>
                        <a:rPr lang="en-US" sz="1200" dirty="0" err="1">
                          <a:solidFill>
                            <a:schemeClr val="tx2"/>
                          </a:solidFill>
                          <a:effectLst/>
                        </a:rPr>
                        <a:t>nhân</a:t>
                      </a:r>
                      <a:r>
                        <a:rPr lang="en-US" sz="1200" dirty="0">
                          <a:solidFill>
                            <a:schemeClr val="tx2"/>
                          </a:solidFill>
                          <a:effectLst/>
                        </a:rPr>
                        <a:t> </a:t>
                      </a:r>
                      <a:r>
                        <a:rPr lang="en-US" sz="1200" dirty="0" err="1">
                          <a:solidFill>
                            <a:schemeClr val="tx2"/>
                          </a:solidFill>
                          <a:effectLst/>
                        </a:rPr>
                        <a:t>viên</a:t>
                      </a:r>
                      <a:r>
                        <a:rPr lang="en-US" sz="1200" dirty="0">
                          <a:solidFill>
                            <a:schemeClr val="tx2"/>
                          </a:solidFill>
                          <a:effectLst/>
                        </a:rPr>
                        <a:t> &amp; </a:t>
                      </a:r>
                      <a:r>
                        <a:rPr lang="en-US" sz="1200" dirty="0" err="1">
                          <a:solidFill>
                            <a:schemeClr val="tx2"/>
                          </a:solidFill>
                          <a:effectLst/>
                        </a:rPr>
                        <a:t>khách</a:t>
                      </a:r>
                      <a:r>
                        <a:rPr lang="en-US" sz="1200" dirty="0">
                          <a:solidFill>
                            <a:schemeClr val="tx2"/>
                          </a:solidFill>
                          <a:effectLst/>
                        </a:rPr>
                        <a:t> </a:t>
                      </a:r>
                      <a:r>
                        <a:rPr lang="en-US" sz="1200" dirty="0" err="1">
                          <a:solidFill>
                            <a:schemeClr val="tx2"/>
                          </a:solidFill>
                          <a:effectLst/>
                        </a:rPr>
                        <a:t>hàng</a:t>
                      </a:r>
                      <a:r>
                        <a:rPr lang="en-US" sz="1200" dirty="0">
                          <a:solidFill>
                            <a:schemeClr val="tx2"/>
                          </a:solidFill>
                          <a:effectLst/>
                        </a:rPr>
                        <a:t>, </a:t>
                      </a:r>
                      <a:r>
                        <a:rPr lang="en-US" sz="1200" dirty="0" err="1">
                          <a:solidFill>
                            <a:schemeClr val="tx2"/>
                          </a:solidFill>
                          <a:effectLst/>
                        </a:rPr>
                        <a:t>biểu</a:t>
                      </a:r>
                      <a:r>
                        <a:rPr lang="en-US" sz="1200" dirty="0">
                          <a:solidFill>
                            <a:schemeClr val="tx2"/>
                          </a:solidFill>
                          <a:effectLst/>
                        </a:rPr>
                        <a:t> </a:t>
                      </a:r>
                      <a:r>
                        <a:rPr lang="en-US" sz="1200" dirty="0" err="1">
                          <a:solidFill>
                            <a:schemeClr val="tx2"/>
                          </a:solidFill>
                          <a:effectLst/>
                        </a:rPr>
                        <a:t>đồ</a:t>
                      </a:r>
                      <a:r>
                        <a:rPr lang="en-US" sz="1200" dirty="0">
                          <a:solidFill>
                            <a:schemeClr val="tx2"/>
                          </a:solidFill>
                          <a:effectLst/>
                        </a:rPr>
                        <a:t> </a:t>
                      </a:r>
                      <a:r>
                        <a:rPr lang="en-US" sz="1200" dirty="0" err="1">
                          <a:solidFill>
                            <a:schemeClr val="tx2"/>
                          </a:solidFill>
                          <a:effectLst/>
                        </a:rPr>
                        <a:t>doanh</a:t>
                      </a:r>
                      <a:r>
                        <a:rPr lang="en-US" sz="1200" dirty="0">
                          <a:solidFill>
                            <a:schemeClr val="tx2"/>
                          </a:solidFill>
                          <a:effectLst/>
                        </a:rPr>
                        <a:t> </a:t>
                      </a:r>
                      <a:r>
                        <a:rPr lang="en-US" sz="1200" dirty="0" err="1">
                          <a:solidFill>
                            <a:schemeClr val="tx2"/>
                          </a:solidFill>
                          <a:effectLst/>
                        </a:rPr>
                        <a:t>thu</a:t>
                      </a:r>
                      <a:r>
                        <a:rPr lang="en-US" sz="1200" dirty="0">
                          <a:solidFill>
                            <a:schemeClr val="tx2"/>
                          </a:solidFill>
                          <a:effectLst/>
                        </a:rPr>
                        <a:t>, Dark/Light mode, </a:t>
                      </a:r>
                      <a:r>
                        <a:rPr lang="en-US" sz="1200" dirty="0" err="1">
                          <a:solidFill>
                            <a:schemeClr val="tx2"/>
                          </a:solidFill>
                          <a:effectLst/>
                        </a:rPr>
                        <a:t>toàn</a:t>
                      </a:r>
                      <a:r>
                        <a:rPr lang="en-US" sz="1200" dirty="0">
                          <a:solidFill>
                            <a:schemeClr val="tx2"/>
                          </a:solidFill>
                          <a:effectLst/>
                        </a:rPr>
                        <a:t> </a:t>
                      </a:r>
                      <a:r>
                        <a:rPr lang="en-US" sz="1200" dirty="0" err="1">
                          <a:solidFill>
                            <a:schemeClr val="tx2"/>
                          </a:solidFill>
                          <a:effectLst/>
                        </a:rPr>
                        <a:t>bộ</a:t>
                      </a:r>
                      <a:r>
                        <a:rPr lang="en-US" sz="1200" dirty="0">
                          <a:solidFill>
                            <a:schemeClr val="tx2"/>
                          </a:solidFill>
                          <a:effectLst/>
                        </a:rPr>
                        <a:t> </a:t>
                      </a:r>
                      <a:r>
                        <a:rPr lang="en-US" sz="1200" dirty="0" err="1">
                          <a:solidFill>
                            <a:schemeClr val="tx2"/>
                          </a:solidFill>
                          <a:effectLst/>
                        </a:rPr>
                        <a:t>tài</a:t>
                      </a:r>
                      <a:r>
                        <a:rPr lang="en-US" sz="1200" dirty="0">
                          <a:solidFill>
                            <a:schemeClr val="tx2"/>
                          </a:solidFill>
                          <a:effectLst/>
                        </a:rPr>
                        <a:t> </a:t>
                      </a:r>
                      <a:r>
                        <a:rPr lang="en-US" sz="1200" dirty="0" err="1">
                          <a:solidFill>
                            <a:schemeClr val="tx2"/>
                          </a:solidFill>
                          <a:effectLst/>
                        </a:rPr>
                        <a:t>nguyên</a:t>
                      </a:r>
                      <a:r>
                        <a:rPr lang="en-US" sz="1200" dirty="0">
                          <a:solidFill>
                            <a:schemeClr val="tx2"/>
                          </a:solidFill>
                          <a:effectLst/>
                        </a:rPr>
                        <a:t> UI (drawable, menu, values).</a:t>
                      </a:r>
                      <a:endParaRPr lang="en-US" sz="1050" dirty="0">
                        <a:solidFill>
                          <a:schemeClr val="tx2"/>
                        </a:solidFill>
                        <a:effectLst/>
                        <a:latin typeface="Times New Roman" panose="02020603050405020304" pitchFamily="18" charset="0"/>
                        <a:ea typeface="Times New Roman" panose="02020603050405020304" pitchFamily="18" charset="0"/>
                      </a:endParaRPr>
                    </a:p>
                  </a:txBody>
                  <a:tcPr marL="101600" marR="101600" marT="76200" marB="76200" anchor="ctr"/>
                </a:tc>
                <a:extLst>
                  <a:ext uri="{0D108BD9-81ED-4DB2-BD59-A6C34878D82A}">
                    <a16:rowId xmlns:a16="http://schemas.microsoft.com/office/drawing/2014/main" val="1275222011"/>
                  </a:ext>
                </a:extLst>
              </a:tr>
              <a:tr h="0">
                <a:tc>
                  <a:txBody>
                    <a:bodyPr/>
                    <a:lstStyle/>
                    <a:p>
                      <a:pPr algn="ctr">
                        <a:buNone/>
                      </a:pPr>
                      <a:r>
                        <a:rPr lang="en-US" sz="1200">
                          <a:solidFill>
                            <a:schemeClr val="tx2"/>
                          </a:solidFill>
                          <a:effectLst/>
                        </a:rPr>
                        <a:t>Hứa Cao Trí</a:t>
                      </a:r>
                      <a:endParaRPr lang="en-US" sz="1050">
                        <a:solidFill>
                          <a:schemeClr val="tx2"/>
                        </a:solidFill>
                        <a:effectLst/>
                      </a:endParaRPr>
                    </a:p>
                    <a:p>
                      <a:pPr algn="ctr">
                        <a:buNone/>
                      </a:pPr>
                      <a:r>
                        <a:rPr lang="en-US" sz="1200">
                          <a:solidFill>
                            <a:schemeClr val="tx2"/>
                          </a:solidFill>
                          <a:effectLst/>
                        </a:rPr>
                        <a:t>22200166</a:t>
                      </a:r>
                      <a:endParaRPr lang="en-US" sz="1050">
                        <a:solidFill>
                          <a:schemeClr val="tx2"/>
                        </a:solidFill>
                        <a:effectLst/>
                        <a:latin typeface="Times New Roman" panose="02020603050405020304" pitchFamily="18" charset="0"/>
                        <a:ea typeface="Times New Roman" panose="02020603050405020304" pitchFamily="18" charset="0"/>
                      </a:endParaRPr>
                    </a:p>
                  </a:txBody>
                  <a:tcPr marL="101600" marR="101600" marT="76200" marB="76200" anchor="ctr"/>
                </a:tc>
                <a:tc>
                  <a:txBody>
                    <a:bodyPr/>
                    <a:lstStyle/>
                    <a:p>
                      <a:pPr algn="ctr">
                        <a:buNone/>
                      </a:pPr>
                      <a:r>
                        <a:rPr lang="en-US" sz="1200">
                          <a:solidFill>
                            <a:schemeClr val="tx2"/>
                          </a:solidFill>
                          <a:effectLst/>
                        </a:rPr>
                        <a:t>Kiến trúc Firebase, ViewModel lõi (Motorcycle, Sales, Staff, Supplier), tích hợp AI Gemini (chat, tìm xe, phân tích), quản lý session, seed dữ liệu mẫu.</a:t>
                      </a:r>
                      <a:endParaRPr lang="en-US" sz="1050">
                        <a:solidFill>
                          <a:schemeClr val="tx2"/>
                        </a:solidFill>
                        <a:effectLst/>
                        <a:latin typeface="Times New Roman" panose="02020603050405020304" pitchFamily="18" charset="0"/>
                        <a:ea typeface="Times New Roman" panose="02020603050405020304" pitchFamily="18" charset="0"/>
                      </a:endParaRPr>
                    </a:p>
                  </a:txBody>
                  <a:tcPr marL="101600" marR="101600" marT="76200" marB="76200" anchor="ctr"/>
                </a:tc>
                <a:extLst>
                  <a:ext uri="{0D108BD9-81ED-4DB2-BD59-A6C34878D82A}">
                    <a16:rowId xmlns:a16="http://schemas.microsoft.com/office/drawing/2014/main" val="139012502"/>
                  </a:ext>
                </a:extLst>
              </a:tr>
              <a:tr h="0">
                <a:tc>
                  <a:txBody>
                    <a:bodyPr/>
                    <a:lstStyle/>
                    <a:p>
                      <a:pPr algn="ctr">
                        <a:buNone/>
                      </a:pPr>
                      <a:r>
                        <a:rPr lang="en-US" sz="1200">
                          <a:solidFill>
                            <a:schemeClr val="tx2"/>
                          </a:solidFill>
                          <a:effectLst/>
                        </a:rPr>
                        <a:t>Đặng Bảo Thịnh</a:t>
                      </a:r>
                      <a:endParaRPr lang="en-US" sz="1050">
                        <a:solidFill>
                          <a:schemeClr val="tx2"/>
                        </a:solidFill>
                        <a:effectLst/>
                      </a:endParaRPr>
                    </a:p>
                    <a:p>
                      <a:pPr algn="ctr">
                        <a:buNone/>
                      </a:pPr>
                      <a:r>
                        <a:rPr lang="en-US" sz="1200">
                          <a:solidFill>
                            <a:schemeClr val="tx2"/>
                          </a:solidFill>
                          <a:effectLst/>
                        </a:rPr>
                        <a:t>22200148</a:t>
                      </a:r>
                      <a:endParaRPr lang="en-US" sz="1050">
                        <a:solidFill>
                          <a:schemeClr val="tx2"/>
                        </a:solidFill>
                        <a:effectLst/>
                        <a:latin typeface="Times New Roman" panose="02020603050405020304" pitchFamily="18" charset="0"/>
                        <a:ea typeface="Times New Roman" panose="02020603050405020304" pitchFamily="18" charset="0"/>
                      </a:endParaRPr>
                    </a:p>
                  </a:txBody>
                  <a:tcPr marL="101600" marR="101600" marT="76200" marB="76200" anchor="ctr"/>
                </a:tc>
                <a:tc>
                  <a:txBody>
                    <a:bodyPr/>
                    <a:lstStyle/>
                    <a:p>
                      <a:pPr algn="ctr">
                        <a:buNone/>
                      </a:pPr>
                      <a:r>
                        <a:rPr lang="en-US" sz="1200">
                          <a:solidFill>
                            <a:schemeClr val="tx2"/>
                          </a:solidFill>
                          <a:effectLst/>
                        </a:rPr>
                        <a:t>Module kho xe (thêm/sửa/xóa/xem chi tiết), module bán hàng (tạo đơn, huỷ đơn), quản lý nhân viên (UI), tiện ích tài chính (format tiền, đọc số bằng chữ, sinh mã đơn).</a:t>
                      </a:r>
                      <a:endParaRPr lang="en-US" sz="1050">
                        <a:solidFill>
                          <a:schemeClr val="tx2"/>
                        </a:solidFill>
                        <a:effectLst/>
                        <a:latin typeface="Times New Roman" panose="02020603050405020304" pitchFamily="18" charset="0"/>
                        <a:ea typeface="Times New Roman" panose="02020603050405020304" pitchFamily="18" charset="0"/>
                      </a:endParaRPr>
                    </a:p>
                  </a:txBody>
                  <a:tcPr marL="101600" marR="101600" marT="76200" marB="76200" anchor="ctr"/>
                </a:tc>
                <a:extLst>
                  <a:ext uri="{0D108BD9-81ED-4DB2-BD59-A6C34878D82A}">
                    <a16:rowId xmlns:a16="http://schemas.microsoft.com/office/drawing/2014/main" val="3996175759"/>
                  </a:ext>
                </a:extLst>
              </a:tr>
              <a:tr h="0">
                <a:tc>
                  <a:txBody>
                    <a:bodyPr/>
                    <a:lstStyle/>
                    <a:p>
                      <a:pPr algn="ctr">
                        <a:buNone/>
                      </a:pPr>
                      <a:r>
                        <a:rPr lang="en-US" sz="1200">
                          <a:solidFill>
                            <a:schemeClr val="tx2"/>
                          </a:solidFill>
                          <a:effectLst/>
                        </a:rPr>
                        <a:t>Võ Thành Nhân</a:t>
                      </a:r>
                      <a:endParaRPr lang="en-US" sz="1050">
                        <a:solidFill>
                          <a:schemeClr val="tx2"/>
                        </a:solidFill>
                        <a:effectLst/>
                      </a:endParaRPr>
                    </a:p>
                    <a:p>
                      <a:pPr algn="ctr">
                        <a:buNone/>
                      </a:pPr>
                      <a:r>
                        <a:rPr lang="en-US" sz="1200">
                          <a:solidFill>
                            <a:schemeClr val="tx2"/>
                          </a:solidFill>
                          <a:effectLst/>
                        </a:rPr>
                        <a:t>22200114</a:t>
                      </a:r>
                      <a:endParaRPr lang="en-US" sz="1050">
                        <a:solidFill>
                          <a:schemeClr val="tx2"/>
                        </a:solidFill>
                        <a:effectLst/>
                        <a:latin typeface="Times New Roman" panose="02020603050405020304" pitchFamily="18" charset="0"/>
                        <a:ea typeface="Times New Roman" panose="02020603050405020304" pitchFamily="18" charset="0"/>
                      </a:endParaRPr>
                    </a:p>
                  </a:txBody>
                  <a:tcPr marL="101600" marR="101600" marT="76200" marB="76200" anchor="ctr"/>
                </a:tc>
                <a:tc>
                  <a:txBody>
                    <a:bodyPr/>
                    <a:lstStyle/>
                    <a:p>
                      <a:pPr algn="ctr">
                        <a:buNone/>
                      </a:pPr>
                      <a:r>
                        <a:rPr lang="en-US" sz="1200" dirty="0">
                          <a:solidFill>
                            <a:schemeClr val="tx2"/>
                          </a:solidFill>
                          <a:effectLst/>
                        </a:rPr>
                        <a:t>Module </a:t>
                      </a:r>
                      <a:r>
                        <a:rPr lang="en-US" sz="1200" dirty="0" err="1">
                          <a:solidFill>
                            <a:schemeClr val="tx2"/>
                          </a:solidFill>
                          <a:effectLst/>
                        </a:rPr>
                        <a:t>sửa</a:t>
                      </a:r>
                      <a:r>
                        <a:rPr lang="en-US" sz="1200" dirty="0">
                          <a:solidFill>
                            <a:schemeClr val="tx2"/>
                          </a:solidFill>
                          <a:effectLst/>
                        </a:rPr>
                        <a:t> </a:t>
                      </a:r>
                      <a:r>
                        <a:rPr lang="en-US" sz="1200" dirty="0" err="1">
                          <a:solidFill>
                            <a:schemeClr val="tx2"/>
                          </a:solidFill>
                          <a:effectLst/>
                        </a:rPr>
                        <a:t>chữa</a:t>
                      </a:r>
                      <a:r>
                        <a:rPr lang="en-US" sz="1200" dirty="0">
                          <a:solidFill>
                            <a:schemeClr val="tx2"/>
                          </a:solidFill>
                          <a:effectLst/>
                        </a:rPr>
                        <a:t> (</a:t>
                      </a:r>
                      <a:r>
                        <a:rPr lang="en-US" sz="1200" dirty="0" err="1">
                          <a:solidFill>
                            <a:schemeClr val="tx2"/>
                          </a:solidFill>
                          <a:effectLst/>
                        </a:rPr>
                        <a:t>tạo</a:t>
                      </a:r>
                      <a:r>
                        <a:rPr lang="en-US" sz="1200" dirty="0">
                          <a:solidFill>
                            <a:schemeClr val="tx2"/>
                          </a:solidFill>
                          <a:effectLst/>
                        </a:rPr>
                        <a:t> </a:t>
                      </a:r>
                      <a:r>
                        <a:rPr lang="en-US" sz="1200" dirty="0" err="1">
                          <a:solidFill>
                            <a:schemeClr val="tx2"/>
                          </a:solidFill>
                          <a:effectLst/>
                        </a:rPr>
                        <a:t>phiếu</a:t>
                      </a:r>
                      <a:r>
                        <a:rPr lang="en-US" sz="1200" dirty="0">
                          <a:solidFill>
                            <a:schemeClr val="tx2"/>
                          </a:solidFill>
                          <a:effectLst/>
                        </a:rPr>
                        <a:t>, AI </a:t>
                      </a:r>
                      <a:r>
                        <a:rPr lang="en-US" sz="1200" dirty="0" err="1">
                          <a:solidFill>
                            <a:schemeClr val="tx2"/>
                          </a:solidFill>
                          <a:effectLst/>
                        </a:rPr>
                        <a:t>gợi</a:t>
                      </a:r>
                      <a:r>
                        <a:rPr lang="en-US" sz="1200" dirty="0">
                          <a:solidFill>
                            <a:schemeClr val="tx2"/>
                          </a:solidFill>
                          <a:effectLst/>
                        </a:rPr>
                        <a:t> ý </a:t>
                      </a:r>
                      <a:r>
                        <a:rPr lang="en-US" sz="1200" dirty="0" err="1">
                          <a:solidFill>
                            <a:schemeClr val="tx2"/>
                          </a:solidFill>
                          <a:effectLst/>
                        </a:rPr>
                        <a:t>dịch</a:t>
                      </a:r>
                      <a:r>
                        <a:rPr lang="en-US" sz="1200" dirty="0">
                          <a:solidFill>
                            <a:schemeClr val="tx2"/>
                          </a:solidFill>
                          <a:effectLst/>
                        </a:rPr>
                        <a:t> </a:t>
                      </a:r>
                      <a:r>
                        <a:rPr lang="en-US" sz="1200" dirty="0" err="1">
                          <a:solidFill>
                            <a:schemeClr val="tx2"/>
                          </a:solidFill>
                          <a:effectLst/>
                        </a:rPr>
                        <a:t>vụ</a:t>
                      </a:r>
                      <a:r>
                        <a:rPr lang="en-US" sz="1200" dirty="0">
                          <a:solidFill>
                            <a:schemeClr val="tx2"/>
                          </a:solidFill>
                          <a:effectLst/>
                        </a:rPr>
                        <a:t>, fallback keyword), module </a:t>
                      </a:r>
                      <a:r>
                        <a:rPr lang="en-US" sz="1200" dirty="0" err="1">
                          <a:solidFill>
                            <a:schemeClr val="tx2"/>
                          </a:solidFill>
                          <a:effectLst/>
                        </a:rPr>
                        <a:t>khách</a:t>
                      </a:r>
                      <a:r>
                        <a:rPr lang="en-US" sz="1200" dirty="0">
                          <a:solidFill>
                            <a:schemeClr val="tx2"/>
                          </a:solidFill>
                          <a:effectLst/>
                        </a:rPr>
                        <a:t> </a:t>
                      </a:r>
                      <a:r>
                        <a:rPr lang="en-US" sz="1200" dirty="0" err="1">
                          <a:solidFill>
                            <a:schemeClr val="tx2"/>
                          </a:solidFill>
                          <a:effectLst/>
                        </a:rPr>
                        <a:t>hàng</a:t>
                      </a:r>
                      <a:r>
                        <a:rPr lang="en-US" sz="1200" dirty="0">
                          <a:solidFill>
                            <a:schemeClr val="tx2"/>
                          </a:solidFill>
                          <a:effectLst/>
                        </a:rPr>
                        <a:t> (CRUD, </a:t>
                      </a:r>
                      <a:r>
                        <a:rPr lang="en-US" sz="1200" dirty="0" err="1">
                          <a:solidFill>
                            <a:schemeClr val="tx2"/>
                          </a:solidFill>
                          <a:effectLst/>
                        </a:rPr>
                        <a:t>lịch</a:t>
                      </a:r>
                      <a:r>
                        <a:rPr lang="en-US" sz="1200" dirty="0">
                          <a:solidFill>
                            <a:schemeClr val="tx2"/>
                          </a:solidFill>
                          <a:effectLst/>
                        </a:rPr>
                        <a:t> </a:t>
                      </a:r>
                      <a:r>
                        <a:rPr lang="en-US" sz="1200" dirty="0" err="1">
                          <a:solidFill>
                            <a:schemeClr val="tx2"/>
                          </a:solidFill>
                          <a:effectLst/>
                        </a:rPr>
                        <a:t>sử</a:t>
                      </a:r>
                      <a:r>
                        <a:rPr lang="en-US" sz="1200" dirty="0">
                          <a:solidFill>
                            <a:schemeClr val="tx2"/>
                          </a:solidFill>
                          <a:effectLst/>
                        </a:rPr>
                        <a:t>, </a:t>
                      </a:r>
                      <a:r>
                        <a:rPr lang="en-US" sz="1200" dirty="0" err="1">
                          <a:solidFill>
                            <a:schemeClr val="tx2"/>
                          </a:solidFill>
                          <a:effectLst/>
                        </a:rPr>
                        <a:t>hồ</a:t>
                      </a:r>
                      <a:r>
                        <a:rPr lang="en-US" sz="1200" dirty="0">
                          <a:solidFill>
                            <a:schemeClr val="tx2"/>
                          </a:solidFill>
                          <a:effectLst/>
                        </a:rPr>
                        <a:t> </a:t>
                      </a:r>
                      <a:r>
                        <a:rPr lang="en-US" sz="1200" dirty="0" err="1">
                          <a:solidFill>
                            <a:schemeClr val="tx2"/>
                          </a:solidFill>
                          <a:effectLst/>
                        </a:rPr>
                        <a:t>sơ</a:t>
                      </a:r>
                      <a:r>
                        <a:rPr lang="en-US" sz="1200" dirty="0">
                          <a:solidFill>
                            <a:schemeClr val="tx2"/>
                          </a:solidFill>
                          <a:effectLst/>
                        </a:rPr>
                        <a:t>), module </a:t>
                      </a:r>
                      <a:r>
                        <a:rPr lang="en-US" sz="1200" dirty="0" err="1">
                          <a:solidFill>
                            <a:schemeClr val="tx2"/>
                          </a:solidFill>
                          <a:effectLst/>
                        </a:rPr>
                        <a:t>nhà</a:t>
                      </a:r>
                      <a:r>
                        <a:rPr lang="en-US" sz="1200" dirty="0">
                          <a:solidFill>
                            <a:schemeClr val="tx2"/>
                          </a:solidFill>
                          <a:effectLst/>
                        </a:rPr>
                        <a:t> </a:t>
                      </a:r>
                      <a:r>
                        <a:rPr lang="en-US" sz="1200" dirty="0" err="1">
                          <a:solidFill>
                            <a:schemeClr val="tx2"/>
                          </a:solidFill>
                          <a:effectLst/>
                        </a:rPr>
                        <a:t>cung</a:t>
                      </a:r>
                      <a:r>
                        <a:rPr lang="en-US" sz="1200" dirty="0">
                          <a:solidFill>
                            <a:schemeClr val="tx2"/>
                          </a:solidFill>
                          <a:effectLst/>
                        </a:rPr>
                        <a:t> </a:t>
                      </a:r>
                      <a:r>
                        <a:rPr lang="en-US" sz="1200" dirty="0" err="1">
                          <a:solidFill>
                            <a:schemeClr val="tx2"/>
                          </a:solidFill>
                          <a:effectLst/>
                        </a:rPr>
                        <a:t>cấp</a:t>
                      </a:r>
                      <a:r>
                        <a:rPr lang="en-US" sz="1200" dirty="0">
                          <a:solidFill>
                            <a:schemeClr val="tx2"/>
                          </a:solidFill>
                          <a:effectLst/>
                        </a:rPr>
                        <a:t>, </a:t>
                      </a:r>
                      <a:r>
                        <a:rPr lang="en-US" sz="1200" dirty="0" err="1">
                          <a:solidFill>
                            <a:schemeClr val="tx2"/>
                          </a:solidFill>
                          <a:effectLst/>
                        </a:rPr>
                        <a:t>đơn</a:t>
                      </a:r>
                      <a:r>
                        <a:rPr lang="en-US" sz="1200" dirty="0">
                          <a:solidFill>
                            <a:schemeClr val="tx2"/>
                          </a:solidFill>
                          <a:effectLst/>
                        </a:rPr>
                        <a:t> </a:t>
                      </a:r>
                      <a:r>
                        <a:rPr lang="en-US" sz="1200" dirty="0" err="1">
                          <a:solidFill>
                            <a:schemeClr val="tx2"/>
                          </a:solidFill>
                          <a:effectLst/>
                        </a:rPr>
                        <a:t>nhập</a:t>
                      </a:r>
                      <a:r>
                        <a:rPr lang="en-US" sz="1200" dirty="0">
                          <a:solidFill>
                            <a:schemeClr val="tx2"/>
                          </a:solidFill>
                          <a:effectLst/>
                        </a:rPr>
                        <a:t> </a:t>
                      </a:r>
                      <a:r>
                        <a:rPr lang="en-US" sz="1200" dirty="0" err="1">
                          <a:solidFill>
                            <a:schemeClr val="tx2"/>
                          </a:solidFill>
                          <a:effectLst/>
                        </a:rPr>
                        <a:t>hàng</a:t>
                      </a:r>
                      <a:r>
                        <a:rPr lang="en-US" sz="1200" dirty="0">
                          <a:solidFill>
                            <a:schemeClr val="tx2"/>
                          </a:solidFill>
                          <a:effectLst/>
                        </a:rPr>
                        <a:t>, </a:t>
                      </a:r>
                      <a:r>
                        <a:rPr lang="en-US" sz="1200" dirty="0" err="1">
                          <a:solidFill>
                            <a:schemeClr val="tx2"/>
                          </a:solidFill>
                          <a:effectLst/>
                        </a:rPr>
                        <a:t>hệ</a:t>
                      </a:r>
                      <a:r>
                        <a:rPr lang="en-US" sz="1200" dirty="0">
                          <a:solidFill>
                            <a:schemeClr val="tx2"/>
                          </a:solidFill>
                          <a:effectLst/>
                        </a:rPr>
                        <a:t> </a:t>
                      </a:r>
                      <a:r>
                        <a:rPr lang="en-US" sz="1200" dirty="0" err="1">
                          <a:solidFill>
                            <a:schemeClr val="tx2"/>
                          </a:solidFill>
                          <a:effectLst/>
                        </a:rPr>
                        <a:t>thống</a:t>
                      </a:r>
                      <a:r>
                        <a:rPr lang="en-US" sz="1200" dirty="0">
                          <a:solidFill>
                            <a:schemeClr val="tx2"/>
                          </a:solidFill>
                          <a:effectLst/>
                        </a:rPr>
                        <a:t> </a:t>
                      </a:r>
                      <a:r>
                        <a:rPr lang="en-US" sz="1200" dirty="0" err="1">
                          <a:solidFill>
                            <a:schemeClr val="tx2"/>
                          </a:solidFill>
                          <a:effectLst/>
                        </a:rPr>
                        <a:t>tích</a:t>
                      </a:r>
                      <a:r>
                        <a:rPr lang="en-US" sz="1200" dirty="0">
                          <a:solidFill>
                            <a:schemeClr val="tx2"/>
                          </a:solidFill>
                          <a:effectLst/>
                        </a:rPr>
                        <a:t> </a:t>
                      </a:r>
                      <a:r>
                        <a:rPr lang="en-US" sz="1200" dirty="0" err="1">
                          <a:solidFill>
                            <a:schemeClr val="tx2"/>
                          </a:solidFill>
                          <a:effectLst/>
                        </a:rPr>
                        <a:t>điểm</a:t>
                      </a:r>
                      <a:r>
                        <a:rPr lang="en-US" sz="1200" dirty="0">
                          <a:solidFill>
                            <a:schemeClr val="tx2"/>
                          </a:solidFill>
                          <a:effectLst/>
                        </a:rPr>
                        <a:t> </a:t>
                      </a:r>
                      <a:r>
                        <a:rPr lang="en-US" sz="1200" dirty="0" err="1">
                          <a:solidFill>
                            <a:schemeClr val="tx2"/>
                          </a:solidFill>
                          <a:effectLst/>
                        </a:rPr>
                        <a:t>thành</a:t>
                      </a:r>
                      <a:r>
                        <a:rPr lang="en-US" sz="1200" dirty="0">
                          <a:solidFill>
                            <a:schemeClr val="tx2"/>
                          </a:solidFill>
                          <a:effectLst/>
                        </a:rPr>
                        <a:t> </a:t>
                      </a:r>
                      <a:r>
                        <a:rPr lang="en-US" sz="1200" dirty="0" err="1">
                          <a:solidFill>
                            <a:schemeClr val="tx2"/>
                          </a:solidFill>
                          <a:effectLst/>
                        </a:rPr>
                        <a:t>viên</a:t>
                      </a:r>
                      <a:r>
                        <a:rPr lang="en-US" sz="1200" dirty="0">
                          <a:solidFill>
                            <a:schemeClr val="tx2"/>
                          </a:solidFill>
                          <a:effectLst/>
                        </a:rPr>
                        <a:t>.</a:t>
                      </a:r>
                      <a:endParaRPr lang="en-US" sz="1050" dirty="0">
                        <a:solidFill>
                          <a:schemeClr val="tx2"/>
                        </a:solidFill>
                        <a:effectLst/>
                        <a:latin typeface="Times New Roman" panose="02020603050405020304" pitchFamily="18" charset="0"/>
                        <a:ea typeface="Times New Roman" panose="02020603050405020304" pitchFamily="18" charset="0"/>
                      </a:endParaRPr>
                    </a:p>
                  </a:txBody>
                  <a:tcPr marL="101600" marR="101600" marT="76200" marB="76200" anchor="ctr"/>
                </a:tc>
                <a:extLst>
                  <a:ext uri="{0D108BD9-81ED-4DB2-BD59-A6C34878D82A}">
                    <a16:rowId xmlns:a16="http://schemas.microsoft.com/office/drawing/2014/main" val="1871599957"/>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73"/>
        <p:cNvGrpSpPr/>
        <p:nvPr/>
      </p:nvGrpSpPr>
      <p:grpSpPr>
        <a:xfrm>
          <a:off x="0" y="0"/>
          <a:ext cx="0" cy="0"/>
          <a:chOff x="0" y="0"/>
          <a:chExt cx="0" cy="0"/>
        </a:xfrm>
      </p:grpSpPr>
      <p:grpSp>
        <p:nvGrpSpPr>
          <p:cNvPr id="574" name="Google Shape;574;p33"/>
          <p:cNvGrpSpPr/>
          <p:nvPr/>
        </p:nvGrpSpPr>
        <p:grpSpPr>
          <a:xfrm>
            <a:off x="1394481" y="4436227"/>
            <a:ext cx="489317" cy="344700"/>
            <a:chOff x="3505000" y="2578075"/>
            <a:chExt cx="1546025" cy="1089100"/>
          </a:xfrm>
        </p:grpSpPr>
        <p:grpSp>
          <p:nvGrpSpPr>
            <p:cNvPr id="575" name="Google Shape;575;p33"/>
            <p:cNvGrpSpPr/>
            <p:nvPr/>
          </p:nvGrpSpPr>
          <p:grpSpPr>
            <a:xfrm>
              <a:off x="3505000" y="2578075"/>
              <a:ext cx="232500" cy="1089100"/>
              <a:chOff x="3505000" y="595000"/>
              <a:chExt cx="232500" cy="1089100"/>
            </a:xfrm>
          </p:grpSpPr>
          <p:sp>
            <p:nvSpPr>
              <p:cNvPr id="576" name="Google Shape;576;p33"/>
              <p:cNvSpPr/>
              <p:nvPr/>
            </p:nvSpPr>
            <p:spPr>
              <a:xfrm>
                <a:off x="3505000" y="5950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577" name="Google Shape;577;p33"/>
              <p:cNvSpPr/>
              <p:nvPr/>
            </p:nvSpPr>
            <p:spPr>
              <a:xfrm>
                <a:off x="3505000" y="10233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578" name="Google Shape;578;p33"/>
              <p:cNvSpPr/>
              <p:nvPr/>
            </p:nvSpPr>
            <p:spPr>
              <a:xfrm>
                <a:off x="3505000" y="14516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grpSp>
          <p:nvGrpSpPr>
            <p:cNvPr id="579" name="Google Shape;579;p33"/>
            <p:cNvGrpSpPr/>
            <p:nvPr/>
          </p:nvGrpSpPr>
          <p:grpSpPr>
            <a:xfrm>
              <a:off x="3928475" y="2578075"/>
              <a:ext cx="232500" cy="1089100"/>
              <a:chOff x="3505000" y="595000"/>
              <a:chExt cx="232500" cy="1089100"/>
            </a:xfrm>
          </p:grpSpPr>
          <p:sp>
            <p:nvSpPr>
              <p:cNvPr id="580" name="Google Shape;580;p33"/>
              <p:cNvSpPr/>
              <p:nvPr/>
            </p:nvSpPr>
            <p:spPr>
              <a:xfrm>
                <a:off x="3505000" y="5950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581" name="Google Shape;581;p33"/>
              <p:cNvSpPr/>
              <p:nvPr/>
            </p:nvSpPr>
            <p:spPr>
              <a:xfrm>
                <a:off x="3505000" y="10233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582" name="Google Shape;582;p33"/>
              <p:cNvSpPr/>
              <p:nvPr/>
            </p:nvSpPr>
            <p:spPr>
              <a:xfrm>
                <a:off x="3505000" y="14516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grpSp>
          <p:nvGrpSpPr>
            <p:cNvPr id="583" name="Google Shape;583;p33"/>
            <p:cNvGrpSpPr/>
            <p:nvPr/>
          </p:nvGrpSpPr>
          <p:grpSpPr>
            <a:xfrm>
              <a:off x="4395050" y="2578075"/>
              <a:ext cx="232500" cy="1089100"/>
              <a:chOff x="3505000" y="595000"/>
              <a:chExt cx="232500" cy="1089100"/>
            </a:xfrm>
          </p:grpSpPr>
          <p:sp>
            <p:nvSpPr>
              <p:cNvPr id="584" name="Google Shape;584;p33"/>
              <p:cNvSpPr/>
              <p:nvPr/>
            </p:nvSpPr>
            <p:spPr>
              <a:xfrm>
                <a:off x="3505000" y="5950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585" name="Google Shape;585;p33"/>
              <p:cNvSpPr/>
              <p:nvPr/>
            </p:nvSpPr>
            <p:spPr>
              <a:xfrm>
                <a:off x="3505000" y="10233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586" name="Google Shape;586;p33"/>
              <p:cNvSpPr/>
              <p:nvPr/>
            </p:nvSpPr>
            <p:spPr>
              <a:xfrm>
                <a:off x="3505000" y="14516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grpSp>
          <p:nvGrpSpPr>
            <p:cNvPr id="587" name="Google Shape;587;p33"/>
            <p:cNvGrpSpPr/>
            <p:nvPr/>
          </p:nvGrpSpPr>
          <p:grpSpPr>
            <a:xfrm>
              <a:off x="4818525" y="2578075"/>
              <a:ext cx="232500" cy="1089100"/>
              <a:chOff x="3505000" y="595000"/>
              <a:chExt cx="232500" cy="1089100"/>
            </a:xfrm>
          </p:grpSpPr>
          <p:sp>
            <p:nvSpPr>
              <p:cNvPr id="588" name="Google Shape;588;p33"/>
              <p:cNvSpPr/>
              <p:nvPr/>
            </p:nvSpPr>
            <p:spPr>
              <a:xfrm>
                <a:off x="3505000" y="5950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589" name="Google Shape;589;p33"/>
              <p:cNvSpPr/>
              <p:nvPr/>
            </p:nvSpPr>
            <p:spPr>
              <a:xfrm>
                <a:off x="3505000" y="10233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590" name="Google Shape;590;p33"/>
              <p:cNvSpPr/>
              <p:nvPr/>
            </p:nvSpPr>
            <p:spPr>
              <a:xfrm>
                <a:off x="3505000" y="14516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grpSp>
      <p:sp>
        <p:nvSpPr>
          <p:cNvPr id="591" name="Google Shape;591;p33"/>
          <p:cNvSpPr txBox="1">
            <a:spLocks noGrp="1"/>
          </p:cNvSpPr>
          <p:nvPr>
            <p:ph type="title" idx="6"/>
          </p:nvPr>
        </p:nvSpPr>
        <p:spPr>
          <a:xfrm>
            <a:off x="5274175" y="3220174"/>
            <a:ext cx="840300" cy="815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04</a:t>
            </a:r>
            <a:endParaRPr dirty="0"/>
          </a:p>
        </p:txBody>
      </p:sp>
      <p:sp>
        <p:nvSpPr>
          <p:cNvPr id="592" name="Google Shape;592;p33"/>
          <p:cNvSpPr txBox="1">
            <a:spLocks noGrp="1"/>
          </p:cNvSpPr>
          <p:nvPr>
            <p:ph type="title" idx="8"/>
          </p:nvPr>
        </p:nvSpPr>
        <p:spPr>
          <a:xfrm>
            <a:off x="5274175" y="1410525"/>
            <a:ext cx="840300" cy="815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03</a:t>
            </a:r>
            <a:endParaRPr/>
          </a:p>
        </p:txBody>
      </p:sp>
      <p:sp>
        <p:nvSpPr>
          <p:cNvPr id="593" name="Google Shape;593;p33"/>
          <p:cNvSpPr txBox="1">
            <a:spLocks noGrp="1"/>
          </p:cNvSpPr>
          <p:nvPr>
            <p:ph type="title" idx="5"/>
          </p:nvPr>
        </p:nvSpPr>
        <p:spPr>
          <a:xfrm>
            <a:off x="2032925" y="1410525"/>
            <a:ext cx="810600" cy="815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01</a:t>
            </a:r>
            <a:endParaRPr/>
          </a:p>
        </p:txBody>
      </p:sp>
      <p:sp>
        <p:nvSpPr>
          <p:cNvPr id="594" name="Google Shape;594;p33"/>
          <p:cNvSpPr/>
          <p:nvPr/>
        </p:nvSpPr>
        <p:spPr>
          <a:xfrm>
            <a:off x="65600" y="3283750"/>
            <a:ext cx="1694700" cy="13542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595" name="Google Shape;595;p33"/>
          <p:cNvSpPr/>
          <p:nvPr/>
        </p:nvSpPr>
        <p:spPr>
          <a:xfrm>
            <a:off x="65600" y="1477275"/>
            <a:ext cx="1694700" cy="1533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596" name="Google Shape;596;p3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Nội dung thuyết trình </a:t>
            </a:r>
            <a:endParaRPr/>
          </a:p>
        </p:txBody>
      </p:sp>
      <p:sp>
        <p:nvSpPr>
          <p:cNvPr id="601" name="Google Shape;601;p33"/>
          <p:cNvSpPr txBox="1">
            <a:spLocks noGrp="1"/>
          </p:cNvSpPr>
          <p:nvPr>
            <p:ph type="title" idx="7"/>
          </p:nvPr>
        </p:nvSpPr>
        <p:spPr>
          <a:xfrm>
            <a:off x="2032925" y="3220174"/>
            <a:ext cx="810600" cy="815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02</a:t>
            </a:r>
            <a:endParaRPr/>
          </a:p>
        </p:txBody>
      </p:sp>
      <p:sp>
        <p:nvSpPr>
          <p:cNvPr id="602" name="Google Shape;602;p33"/>
          <p:cNvSpPr txBox="1">
            <a:spLocks noGrp="1"/>
          </p:cNvSpPr>
          <p:nvPr>
            <p:ph type="subTitle" idx="9"/>
          </p:nvPr>
        </p:nvSpPr>
        <p:spPr>
          <a:xfrm>
            <a:off x="2844201" y="1410525"/>
            <a:ext cx="2309700" cy="677094"/>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Giới </a:t>
            </a:r>
            <a:r>
              <a:rPr lang="en-US" dirty="0" err="1"/>
              <a:t>thiệu</a:t>
            </a:r>
            <a:r>
              <a:rPr lang="en-US" dirty="0"/>
              <a:t> </a:t>
            </a:r>
            <a:r>
              <a:rPr lang="en-US" dirty="0" err="1"/>
              <a:t>chung</a:t>
            </a:r>
            <a:endParaRPr dirty="0"/>
          </a:p>
        </p:txBody>
      </p:sp>
      <p:sp>
        <p:nvSpPr>
          <p:cNvPr id="603" name="Google Shape;603;p33"/>
          <p:cNvSpPr txBox="1">
            <a:spLocks noGrp="1"/>
          </p:cNvSpPr>
          <p:nvPr>
            <p:ph type="subTitle" idx="13"/>
          </p:nvPr>
        </p:nvSpPr>
        <p:spPr>
          <a:xfrm>
            <a:off x="2844201" y="3220180"/>
            <a:ext cx="2309700" cy="677094"/>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t>Tổng quan đồ án</a:t>
            </a:r>
            <a:endParaRPr/>
          </a:p>
        </p:txBody>
      </p:sp>
      <p:sp>
        <p:nvSpPr>
          <p:cNvPr id="604" name="Google Shape;604;p33"/>
          <p:cNvSpPr txBox="1">
            <a:spLocks noGrp="1"/>
          </p:cNvSpPr>
          <p:nvPr>
            <p:ph type="subTitle" idx="14"/>
          </p:nvPr>
        </p:nvSpPr>
        <p:spPr>
          <a:xfrm>
            <a:off x="6114301" y="3220173"/>
            <a:ext cx="2309700" cy="677101"/>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Demo </a:t>
            </a:r>
            <a:r>
              <a:rPr lang="en-US" dirty="0" err="1"/>
              <a:t>và</a:t>
            </a:r>
            <a:r>
              <a:rPr lang="en-US" dirty="0"/>
              <a:t> </a:t>
            </a:r>
            <a:r>
              <a:rPr lang="en-US" dirty="0" err="1"/>
              <a:t>tổng</a:t>
            </a:r>
            <a:r>
              <a:rPr lang="en-US" dirty="0"/>
              <a:t> </a:t>
            </a:r>
            <a:r>
              <a:rPr lang="en-US" dirty="0" err="1"/>
              <a:t>kết</a:t>
            </a:r>
            <a:endParaRPr dirty="0"/>
          </a:p>
        </p:txBody>
      </p:sp>
      <p:sp>
        <p:nvSpPr>
          <p:cNvPr id="605" name="Google Shape;605;p33"/>
          <p:cNvSpPr txBox="1">
            <a:spLocks noGrp="1"/>
          </p:cNvSpPr>
          <p:nvPr>
            <p:ph type="subTitle" idx="15"/>
          </p:nvPr>
        </p:nvSpPr>
        <p:spPr>
          <a:xfrm>
            <a:off x="6114301" y="1410525"/>
            <a:ext cx="2309700" cy="81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err="1"/>
              <a:t>Lí</a:t>
            </a:r>
            <a:r>
              <a:rPr lang="en-US" dirty="0"/>
              <a:t> </a:t>
            </a:r>
            <a:r>
              <a:rPr lang="en-US" dirty="0" err="1"/>
              <a:t>thuyết</a:t>
            </a:r>
            <a:r>
              <a:rPr lang="en-US" dirty="0"/>
              <a:t> </a:t>
            </a:r>
            <a:r>
              <a:rPr lang="en-US" dirty="0" err="1"/>
              <a:t>và</a:t>
            </a:r>
            <a:r>
              <a:rPr lang="en-US" dirty="0"/>
              <a:t> </a:t>
            </a:r>
            <a:r>
              <a:rPr lang="en-US" dirty="0" err="1"/>
              <a:t>kiến</a:t>
            </a:r>
            <a:r>
              <a:rPr lang="en-US" dirty="0"/>
              <a:t> </a:t>
            </a:r>
            <a:r>
              <a:rPr lang="en-US" dirty="0" err="1"/>
              <a:t>trúc</a:t>
            </a:r>
            <a:r>
              <a:rPr lang="en-US" dirty="0"/>
              <a:t> </a:t>
            </a:r>
            <a:r>
              <a:rPr lang="en-US" dirty="0" err="1"/>
              <a:t>hệ</a:t>
            </a:r>
            <a:r>
              <a:rPr lang="en-US" dirty="0"/>
              <a:t> </a:t>
            </a:r>
            <a:r>
              <a:rPr lang="en-US" dirty="0" err="1"/>
              <a:t>thống</a:t>
            </a:r>
            <a:endParaRPr dirty="0"/>
          </a:p>
        </p:txBody>
      </p:sp>
      <p:pic>
        <p:nvPicPr>
          <p:cNvPr id="606" name="Google Shape;606;p33"/>
          <p:cNvPicPr preferRelativeResize="0">
            <a:picLocks noGrp="1"/>
          </p:cNvPicPr>
          <p:nvPr>
            <p:ph type="pic" idx="16"/>
          </p:nvPr>
        </p:nvPicPr>
        <p:blipFill rotWithShape="1">
          <a:blip r:embed="rId3">
            <a:alphaModFix/>
          </a:blip>
          <a:srcRect l="14119" t="2045" b="52214"/>
          <a:stretch/>
        </p:blipFill>
        <p:spPr>
          <a:xfrm>
            <a:off x="0" y="3220175"/>
            <a:ext cx="1694699" cy="1354199"/>
          </a:xfrm>
          <a:prstGeom prst="rect">
            <a:avLst/>
          </a:prstGeom>
        </p:spPr>
      </p:pic>
      <p:pic>
        <p:nvPicPr>
          <p:cNvPr id="607" name="Google Shape;607;p33"/>
          <p:cNvPicPr preferRelativeResize="0">
            <a:picLocks noGrp="1"/>
          </p:cNvPicPr>
          <p:nvPr>
            <p:ph type="pic" idx="17"/>
          </p:nvPr>
        </p:nvPicPr>
        <p:blipFill rotWithShape="1">
          <a:blip r:embed="rId3">
            <a:alphaModFix/>
          </a:blip>
          <a:srcRect l="10275" t="50135" r="6930" b="-80"/>
          <a:stretch/>
        </p:blipFill>
        <p:spPr>
          <a:xfrm>
            <a:off x="0" y="1410525"/>
            <a:ext cx="1694699" cy="1533901"/>
          </a:xfrm>
          <a:prstGeom prst="rect">
            <a:avLst/>
          </a:prstGeom>
        </p:spPr>
      </p:pic>
      <p:cxnSp>
        <p:nvCxnSpPr>
          <p:cNvPr id="608" name="Google Shape;608;p33"/>
          <p:cNvCxnSpPr/>
          <p:nvPr/>
        </p:nvCxnSpPr>
        <p:spPr>
          <a:xfrm>
            <a:off x="2312050" y="2091475"/>
            <a:ext cx="489300" cy="0"/>
          </a:xfrm>
          <a:prstGeom prst="straightConnector1">
            <a:avLst/>
          </a:prstGeom>
          <a:noFill/>
          <a:ln w="9525" cap="flat" cmpd="sng">
            <a:solidFill>
              <a:schemeClr val="dk2"/>
            </a:solidFill>
            <a:prstDash val="solid"/>
            <a:round/>
            <a:headEnd type="none" w="med" len="med"/>
            <a:tailEnd type="none" w="med" len="med"/>
          </a:ln>
        </p:spPr>
      </p:cxnSp>
      <p:cxnSp>
        <p:nvCxnSpPr>
          <p:cNvPr id="609" name="Google Shape;609;p33"/>
          <p:cNvCxnSpPr/>
          <p:nvPr/>
        </p:nvCxnSpPr>
        <p:spPr>
          <a:xfrm>
            <a:off x="2312050" y="3897275"/>
            <a:ext cx="489300" cy="0"/>
          </a:xfrm>
          <a:prstGeom prst="straightConnector1">
            <a:avLst/>
          </a:prstGeom>
          <a:noFill/>
          <a:ln w="9525" cap="flat" cmpd="sng">
            <a:solidFill>
              <a:schemeClr val="dk2"/>
            </a:solidFill>
            <a:prstDash val="solid"/>
            <a:round/>
            <a:headEnd type="none" w="med" len="med"/>
            <a:tailEnd type="none" w="med" len="med"/>
          </a:ln>
        </p:spPr>
      </p:cxnSp>
      <p:cxnSp>
        <p:nvCxnSpPr>
          <p:cNvPr id="610" name="Google Shape;610;p33"/>
          <p:cNvCxnSpPr/>
          <p:nvPr/>
        </p:nvCxnSpPr>
        <p:spPr>
          <a:xfrm>
            <a:off x="5565475" y="2091475"/>
            <a:ext cx="489300" cy="0"/>
          </a:xfrm>
          <a:prstGeom prst="straightConnector1">
            <a:avLst/>
          </a:prstGeom>
          <a:noFill/>
          <a:ln w="9525" cap="flat" cmpd="sng">
            <a:solidFill>
              <a:schemeClr val="dk2"/>
            </a:solidFill>
            <a:prstDash val="solid"/>
            <a:round/>
            <a:headEnd type="none" w="med" len="med"/>
            <a:tailEnd type="none" w="med" len="med"/>
          </a:ln>
        </p:spPr>
      </p:cxnSp>
      <p:cxnSp>
        <p:nvCxnSpPr>
          <p:cNvPr id="611" name="Google Shape;611;p33"/>
          <p:cNvCxnSpPr/>
          <p:nvPr/>
        </p:nvCxnSpPr>
        <p:spPr>
          <a:xfrm>
            <a:off x="5565475" y="3897275"/>
            <a:ext cx="489300" cy="0"/>
          </a:xfrm>
          <a:prstGeom prst="straightConnector1">
            <a:avLst/>
          </a:prstGeom>
          <a:noFill/>
          <a:ln w="9525" cap="flat" cmpd="sng">
            <a:solidFill>
              <a:schemeClr val="dk2"/>
            </a:solidFill>
            <a:prstDash val="solid"/>
            <a:round/>
            <a:headEnd type="none" w="med" len="med"/>
            <a:tailEnd type="none" w="med" len="med"/>
          </a:ln>
        </p:spPr>
      </p:cxnSp>
      <p:sp>
        <p:nvSpPr>
          <p:cNvPr id="612" name="Google Shape;612;p33"/>
          <p:cNvSpPr/>
          <p:nvPr/>
        </p:nvSpPr>
        <p:spPr>
          <a:xfrm>
            <a:off x="-306400" y="1087450"/>
            <a:ext cx="592800" cy="592800"/>
          </a:xfrm>
          <a:prstGeom prst="donut">
            <a:avLst>
              <a:gd name="adj" fmla="val 24964"/>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58"/>
        <p:cNvGrpSpPr/>
        <p:nvPr/>
      </p:nvGrpSpPr>
      <p:grpSpPr>
        <a:xfrm>
          <a:off x="0" y="0"/>
          <a:ext cx="0" cy="0"/>
          <a:chOff x="0" y="0"/>
          <a:chExt cx="0" cy="0"/>
        </a:xfrm>
      </p:grpSpPr>
      <p:sp>
        <p:nvSpPr>
          <p:cNvPr id="659" name="Google Shape;659;p36"/>
          <p:cNvSpPr/>
          <p:nvPr/>
        </p:nvSpPr>
        <p:spPr>
          <a:xfrm>
            <a:off x="862584" y="2423125"/>
            <a:ext cx="2787300" cy="21831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660" name="Google Shape;660;p36"/>
          <p:cNvSpPr/>
          <p:nvPr/>
        </p:nvSpPr>
        <p:spPr>
          <a:xfrm>
            <a:off x="862584" y="665875"/>
            <a:ext cx="2787300" cy="1439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661" name="Google Shape;661;p36"/>
          <p:cNvSpPr txBox="1">
            <a:spLocks noGrp="1"/>
          </p:cNvSpPr>
          <p:nvPr>
            <p:ph type="title"/>
          </p:nvPr>
        </p:nvSpPr>
        <p:spPr>
          <a:xfrm>
            <a:off x="5125450" y="539500"/>
            <a:ext cx="3461700" cy="2480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dirty="0"/>
              <a:t>Giới thiệu </a:t>
            </a:r>
            <a:br>
              <a:rPr lang="vi-VN" dirty="0"/>
            </a:br>
            <a:r>
              <a:rPr lang="vi-VN" dirty="0"/>
              <a:t>chung</a:t>
            </a:r>
            <a:endParaRPr dirty="0"/>
          </a:p>
        </p:txBody>
      </p:sp>
      <p:sp>
        <p:nvSpPr>
          <p:cNvPr id="663" name="Google Shape;663;p36"/>
          <p:cNvSpPr txBox="1">
            <a:spLocks noGrp="1"/>
          </p:cNvSpPr>
          <p:nvPr>
            <p:ph type="title" idx="2"/>
          </p:nvPr>
        </p:nvSpPr>
        <p:spPr>
          <a:xfrm>
            <a:off x="3845300" y="1912900"/>
            <a:ext cx="1093200" cy="1106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01</a:t>
            </a:r>
            <a:endParaRPr dirty="0"/>
          </a:p>
        </p:txBody>
      </p:sp>
      <p:pic>
        <p:nvPicPr>
          <p:cNvPr id="664" name="Google Shape;664;p36"/>
          <p:cNvPicPr preferRelativeResize="0">
            <a:picLocks noGrp="1"/>
          </p:cNvPicPr>
          <p:nvPr>
            <p:ph type="pic" idx="3"/>
          </p:nvPr>
        </p:nvPicPr>
        <p:blipFill rotWithShape="1">
          <a:blip r:embed="rId3">
            <a:alphaModFix/>
          </a:blip>
          <a:srcRect t="3575" b="3566"/>
          <a:stretch/>
        </p:blipFill>
        <p:spPr>
          <a:xfrm>
            <a:off x="713225" y="539500"/>
            <a:ext cx="2821801" cy="1473900"/>
          </a:xfrm>
          <a:prstGeom prst="rect">
            <a:avLst/>
          </a:prstGeom>
        </p:spPr>
      </p:pic>
      <p:pic>
        <p:nvPicPr>
          <p:cNvPr id="665" name="Google Shape;665;p36"/>
          <p:cNvPicPr preferRelativeResize="0">
            <a:picLocks noGrp="1"/>
          </p:cNvPicPr>
          <p:nvPr>
            <p:ph type="pic" idx="4"/>
          </p:nvPr>
        </p:nvPicPr>
        <p:blipFill rotWithShape="1">
          <a:blip r:embed="rId4">
            <a:alphaModFix/>
          </a:blip>
          <a:srcRect l="7513" r="7504"/>
          <a:stretch/>
        </p:blipFill>
        <p:spPr>
          <a:xfrm>
            <a:off x="713225" y="2286800"/>
            <a:ext cx="2821801" cy="2213098"/>
          </a:xfrm>
          <a:prstGeom prst="rect">
            <a:avLst/>
          </a:prstGeom>
        </p:spPr>
      </p:pic>
      <p:cxnSp>
        <p:nvCxnSpPr>
          <p:cNvPr id="666" name="Google Shape;666;p36"/>
          <p:cNvCxnSpPr/>
          <p:nvPr/>
        </p:nvCxnSpPr>
        <p:spPr>
          <a:xfrm>
            <a:off x="4263825" y="3306475"/>
            <a:ext cx="636900" cy="0"/>
          </a:xfrm>
          <a:prstGeom prst="straightConnector1">
            <a:avLst/>
          </a:prstGeom>
          <a:noFill/>
          <a:ln w="9525" cap="flat" cmpd="sng">
            <a:solidFill>
              <a:schemeClr val="dk2"/>
            </a:solidFill>
            <a:prstDash val="solid"/>
            <a:round/>
            <a:headEnd type="none" w="med" len="med"/>
            <a:tailEnd type="none" w="med" len="med"/>
          </a:ln>
        </p:spPr>
      </p:cxnSp>
      <p:sp>
        <p:nvSpPr>
          <p:cNvPr id="667" name="Google Shape;667;p36"/>
          <p:cNvSpPr/>
          <p:nvPr/>
        </p:nvSpPr>
        <p:spPr>
          <a:xfrm>
            <a:off x="416825" y="960050"/>
            <a:ext cx="592800" cy="592800"/>
          </a:xfrm>
          <a:prstGeom prst="donut">
            <a:avLst>
              <a:gd name="adj" fmla="val 24964"/>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16"/>
        <p:cNvGrpSpPr/>
        <p:nvPr/>
      </p:nvGrpSpPr>
      <p:grpSpPr>
        <a:xfrm>
          <a:off x="0" y="0"/>
          <a:ext cx="0" cy="0"/>
          <a:chOff x="0" y="0"/>
          <a:chExt cx="0" cy="0"/>
        </a:xfrm>
      </p:grpSpPr>
      <p:sp>
        <p:nvSpPr>
          <p:cNvPr id="617" name="Google Shape;617;p3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Giới thiệu chung</a:t>
            </a:r>
            <a:endParaRPr/>
          </a:p>
        </p:txBody>
      </p:sp>
      <p:sp>
        <p:nvSpPr>
          <p:cNvPr id="619" name="Google Shape;619;p34"/>
          <p:cNvSpPr txBox="1">
            <a:spLocks noGrp="1"/>
          </p:cNvSpPr>
          <p:nvPr>
            <p:ph type="subTitle" idx="2"/>
          </p:nvPr>
        </p:nvSpPr>
        <p:spPr>
          <a:xfrm>
            <a:off x="125674" y="1224534"/>
            <a:ext cx="5878177" cy="2694431"/>
          </a:xfrm>
          <a:prstGeom prst="rect">
            <a:avLst/>
          </a:prstGeom>
        </p:spPr>
        <p:txBody>
          <a:bodyPr spcFirstLastPara="1" wrap="square" lIns="91425" tIns="91425" rIns="91425" bIns="91425" anchor="t" anchorCtr="0">
            <a:noAutofit/>
          </a:bodyPr>
          <a:lstStyle/>
          <a:p>
            <a:pPr>
              <a:buFont typeface="Wingdings" panose="05000000000000000000" pitchFamily="2" charset="2"/>
              <a:buChar char="v"/>
            </a:pPr>
            <a:r>
              <a:rPr lang="vi-VN" dirty="0">
                <a:latin typeface="+mn-lt"/>
              </a:rPr>
              <a:t>Các thông tin như xe, khách hàng, đơn hàng hay lịch sử sửa chữa thường được ghi chép thủ công hoặc lưu trữ rời rạc, dẫn đến tình trạng dễ sai sót, khó tra cứu và mất nhiều thời gian quản lý.</a:t>
            </a:r>
          </a:p>
          <a:p>
            <a:pPr>
              <a:buFont typeface="Wingdings" panose="05000000000000000000" pitchFamily="2" charset="2"/>
              <a:buChar char="v"/>
            </a:pPr>
            <a:r>
              <a:rPr lang="vi-VN" dirty="0">
                <a:latin typeface="+mn-lt"/>
              </a:rPr>
              <a:t>Theo dõi tồn kho, quản lý doanh thu hay chăm sóc khách hàng chưa được thực hiện một cách hiệu quả. </a:t>
            </a:r>
          </a:p>
          <a:p>
            <a:r>
              <a:rPr lang="vi-VN" dirty="0">
                <a:latin typeface="+mn-lt"/>
              </a:rPr>
              <a:t>=&gt;   Xây dựng một ứng dụng quản lý cửa hàng xe máy trên nền tảng Android. Ứng dụng nhằm hỗ trợ số hóa quy trình quản lý, giúp lưu trữ dữ liệu tập trung, dễ dàng tra cứu, đồng thời nâng cao hiệu quả vận hành và trải nghiệm người dùng.</a:t>
            </a:r>
          </a:p>
        </p:txBody>
      </p:sp>
      <p:sp>
        <p:nvSpPr>
          <p:cNvPr id="620" name="Google Shape;620;p34"/>
          <p:cNvSpPr/>
          <p:nvPr/>
        </p:nvSpPr>
        <p:spPr>
          <a:xfrm>
            <a:off x="2802525" y="4198275"/>
            <a:ext cx="1588500" cy="1588500"/>
          </a:xfrm>
          <a:prstGeom prst="donut">
            <a:avLst>
              <a:gd name="adj" fmla="val 14749"/>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nvGrpSpPr>
          <p:cNvPr id="621" name="Google Shape;621;p34"/>
          <p:cNvGrpSpPr/>
          <p:nvPr/>
        </p:nvGrpSpPr>
        <p:grpSpPr>
          <a:xfrm rot="5400000">
            <a:off x="669871" y="3886650"/>
            <a:ext cx="86700" cy="709941"/>
            <a:chOff x="8750921" y="3885175"/>
            <a:chExt cx="86700" cy="709941"/>
          </a:xfrm>
        </p:grpSpPr>
        <p:sp>
          <p:nvSpPr>
            <p:cNvPr id="622" name="Google Shape;622;p34"/>
            <p:cNvSpPr/>
            <p:nvPr/>
          </p:nvSpPr>
          <p:spPr>
            <a:xfrm>
              <a:off x="8750921" y="3885175"/>
              <a:ext cx="86700" cy="864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623" name="Google Shape;623;p34"/>
            <p:cNvSpPr/>
            <p:nvPr/>
          </p:nvSpPr>
          <p:spPr>
            <a:xfrm>
              <a:off x="8750921" y="4196946"/>
              <a:ext cx="86700" cy="864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624" name="Google Shape;624;p34"/>
            <p:cNvSpPr/>
            <p:nvPr/>
          </p:nvSpPr>
          <p:spPr>
            <a:xfrm>
              <a:off x="8750921" y="4508716"/>
              <a:ext cx="86700" cy="864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sp>
        <p:nvSpPr>
          <p:cNvPr id="2" name="AutoShape 2" descr="7 phần mềm quản lý cửa hàng xe máy được đánh giá cao hiện nay">
            <a:extLst>
              <a:ext uri="{FF2B5EF4-FFF2-40B4-BE49-F238E27FC236}">
                <a16:creationId xmlns:a16="http://schemas.microsoft.com/office/drawing/2014/main" id="{7CF785FD-358B-2E0A-BBD1-153DEE54D1F7}"/>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 name="Picture 3">
            <a:extLst>
              <a:ext uri="{FF2B5EF4-FFF2-40B4-BE49-F238E27FC236}">
                <a16:creationId xmlns:a16="http://schemas.microsoft.com/office/drawing/2014/main" id="{F80C4142-0B4B-17DC-72F1-39F0CE7831F7}"/>
              </a:ext>
            </a:extLst>
          </p:cNvPr>
          <p:cNvPicPr>
            <a:picLocks noChangeAspect="1"/>
          </p:cNvPicPr>
          <p:nvPr/>
        </p:nvPicPr>
        <p:blipFill>
          <a:blip r:embed="rId3"/>
          <a:stretch>
            <a:fillRect/>
          </a:stretch>
        </p:blipFill>
        <p:spPr>
          <a:xfrm>
            <a:off x="6177787" y="2419350"/>
            <a:ext cx="2966213" cy="222465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16">
          <a:extLst>
            <a:ext uri="{FF2B5EF4-FFF2-40B4-BE49-F238E27FC236}">
              <a16:creationId xmlns:a16="http://schemas.microsoft.com/office/drawing/2014/main" id="{6AD8EE55-D790-3794-A8D2-E3E73F3BDC8A}"/>
            </a:ext>
          </a:extLst>
        </p:cNvPr>
        <p:cNvGrpSpPr/>
        <p:nvPr/>
      </p:nvGrpSpPr>
      <p:grpSpPr>
        <a:xfrm>
          <a:off x="0" y="0"/>
          <a:ext cx="0" cy="0"/>
          <a:chOff x="0" y="0"/>
          <a:chExt cx="0" cy="0"/>
        </a:xfrm>
      </p:grpSpPr>
      <p:sp>
        <p:nvSpPr>
          <p:cNvPr id="617" name="Google Shape;617;p34">
            <a:extLst>
              <a:ext uri="{FF2B5EF4-FFF2-40B4-BE49-F238E27FC236}">
                <a16:creationId xmlns:a16="http://schemas.microsoft.com/office/drawing/2014/main" id="{B6A2A4F5-DB30-6299-62FB-32E86153C24B}"/>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Giới thiệu chung</a:t>
            </a:r>
            <a:endParaRPr/>
          </a:p>
        </p:txBody>
      </p:sp>
      <p:sp>
        <p:nvSpPr>
          <p:cNvPr id="619" name="Google Shape;619;p34">
            <a:extLst>
              <a:ext uri="{FF2B5EF4-FFF2-40B4-BE49-F238E27FC236}">
                <a16:creationId xmlns:a16="http://schemas.microsoft.com/office/drawing/2014/main" id="{5C8173CB-C8BF-D90A-E3DF-AAAA1BA467D3}"/>
              </a:ext>
            </a:extLst>
          </p:cNvPr>
          <p:cNvSpPr txBox="1">
            <a:spLocks noGrp="1"/>
          </p:cNvSpPr>
          <p:nvPr>
            <p:ph type="subTitle" idx="2"/>
          </p:nvPr>
        </p:nvSpPr>
        <p:spPr>
          <a:xfrm>
            <a:off x="638758" y="1104920"/>
            <a:ext cx="7504534" cy="3029503"/>
          </a:xfrm>
          <a:prstGeom prst="rect">
            <a:avLst/>
          </a:prstGeom>
        </p:spPr>
        <p:txBody>
          <a:bodyPr spcFirstLastPara="1" wrap="square" lIns="91425" tIns="91425" rIns="91425" bIns="91425" anchor="t" anchorCtr="0">
            <a:noAutofit/>
          </a:bodyPr>
          <a:lstStyle/>
          <a:p>
            <a:r>
              <a:rPr lang="vi-VN" b="1" dirty="0">
                <a:latin typeface="+mn-lt"/>
              </a:rPr>
              <a:t>	Mục tiêu chính: Xây dựng app quản lí cửa hàng xe bằng Android Studio</a:t>
            </a:r>
            <a:endParaRPr lang="vi-VN" dirty="0">
              <a:latin typeface="+mn-lt"/>
            </a:endParaRPr>
          </a:p>
          <a:p>
            <a:pPr>
              <a:buFont typeface="Wingdings" panose="05000000000000000000" pitchFamily="2" charset="2"/>
              <a:buChar char="v"/>
            </a:pPr>
            <a:r>
              <a:rPr lang="vi-VN" dirty="0">
                <a:latin typeface="+mn-lt"/>
              </a:rPr>
              <a:t>Quản lý thông tin xe máy trong cửa hàng một cách tập trung và chính xác. </a:t>
            </a:r>
          </a:p>
          <a:p>
            <a:pPr>
              <a:buFont typeface="Wingdings" panose="05000000000000000000" pitchFamily="2" charset="2"/>
              <a:buChar char="v"/>
            </a:pPr>
            <a:r>
              <a:rPr lang="vi-VN" dirty="0">
                <a:latin typeface="+mn-lt"/>
              </a:rPr>
              <a:t>Quản lý khách hàng, đơn hàng và các hoạt động sửa chữa. </a:t>
            </a:r>
          </a:p>
          <a:p>
            <a:pPr>
              <a:buFont typeface="Wingdings" panose="05000000000000000000" pitchFamily="2" charset="2"/>
              <a:buChar char="v"/>
            </a:pPr>
            <a:r>
              <a:rPr lang="vi-VN" dirty="0">
                <a:latin typeface="+mn-lt"/>
              </a:rPr>
              <a:t>Hỗ trợ tìm kiếm, thống kê và theo dõi dữ liệu nhanh chóng. </a:t>
            </a:r>
          </a:p>
          <a:p>
            <a:pPr>
              <a:buFont typeface="Wingdings" panose="05000000000000000000" pitchFamily="2" charset="2"/>
              <a:buChar char="v"/>
            </a:pPr>
            <a:r>
              <a:rPr lang="vi-VN" dirty="0">
                <a:latin typeface="+mn-lt"/>
              </a:rPr>
              <a:t>Tích hợp AI để tư vấn xe và gợi ý sửa chữa. </a:t>
            </a:r>
          </a:p>
          <a:p>
            <a:pPr>
              <a:buFont typeface="Wingdings" panose="05000000000000000000" pitchFamily="2" charset="2"/>
              <a:buChar char="v"/>
            </a:pPr>
            <a:r>
              <a:rPr lang="vi-VN" dirty="0">
                <a:latin typeface="+mn-lt"/>
              </a:rPr>
              <a:t>Xây dựng giao diện thân thiện, dễ sử dụng trên thiết bị di động. </a:t>
            </a:r>
          </a:p>
          <a:p>
            <a:pPr>
              <a:buFont typeface="Wingdings" panose="05000000000000000000" pitchFamily="2" charset="2"/>
              <a:buChar char="v"/>
            </a:pPr>
            <a:endParaRPr lang="vi-VN" dirty="0">
              <a:latin typeface="+mn-lt"/>
            </a:endParaRPr>
          </a:p>
          <a:p>
            <a:r>
              <a:rPr lang="vi-VN" b="1" dirty="0">
                <a:latin typeface="+mn-lt"/>
              </a:rPr>
              <a:t>	Ý nghĩa thực tiễn:</a:t>
            </a:r>
            <a:endParaRPr lang="vi-VN" dirty="0">
              <a:latin typeface="+mn-lt"/>
            </a:endParaRPr>
          </a:p>
          <a:p>
            <a:pPr>
              <a:buFont typeface="Wingdings" panose="05000000000000000000" pitchFamily="2" charset="2"/>
              <a:buChar char="v"/>
            </a:pPr>
            <a:r>
              <a:rPr lang="vi-VN" dirty="0">
                <a:latin typeface="+mn-lt"/>
              </a:rPr>
              <a:t>Giảm thao tác thủ công trong quản lý cửa hàng. </a:t>
            </a:r>
          </a:p>
          <a:p>
            <a:pPr>
              <a:buFont typeface="Wingdings" panose="05000000000000000000" pitchFamily="2" charset="2"/>
              <a:buChar char="v"/>
            </a:pPr>
            <a:r>
              <a:rPr lang="vi-VN" dirty="0">
                <a:latin typeface="+mn-lt"/>
              </a:rPr>
              <a:t>Tăng độ chính xác khi lưu trữ và truy xuất dữ liệu. </a:t>
            </a:r>
          </a:p>
          <a:p>
            <a:pPr>
              <a:buFont typeface="Wingdings" panose="05000000000000000000" pitchFamily="2" charset="2"/>
              <a:buChar char="v"/>
            </a:pPr>
            <a:r>
              <a:rPr lang="vi-VN" dirty="0">
                <a:latin typeface="+mn-lt"/>
              </a:rPr>
              <a:t>Cải thiện trải nghiệm khách hàng. </a:t>
            </a:r>
          </a:p>
          <a:p>
            <a:pPr>
              <a:buFont typeface="Wingdings" panose="05000000000000000000" pitchFamily="2" charset="2"/>
              <a:buChar char="v"/>
            </a:pPr>
            <a:r>
              <a:rPr lang="vi-VN" dirty="0">
                <a:latin typeface="+mn-lt"/>
              </a:rPr>
              <a:t>Có khả năng mở rộng để áp dụng cho cửa hàng xe máy, xe điện hoặc phụ tùng.</a:t>
            </a:r>
          </a:p>
          <a:p>
            <a:pPr>
              <a:buFont typeface="Wingdings" panose="05000000000000000000" pitchFamily="2" charset="2"/>
              <a:buChar char="v"/>
            </a:pPr>
            <a:endParaRPr lang="vi-VN" dirty="0">
              <a:latin typeface="+mn-lt"/>
            </a:endParaRPr>
          </a:p>
        </p:txBody>
      </p:sp>
      <p:sp>
        <p:nvSpPr>
          <p:cNvPr id="620" name="Google Shape;620;p34">
            <a:extLst>
              <a:ext uri="{FF2B5EF4-FFF2-40B4-BE49-F238E27FC236}">
                <a16:creationId xmlns:a16="http://schemas.microsoft.com/office/drawing/2014/main" id="{E82F37F7-C8CA-C802-071C-578CFF33C382}"/>
              </a:ext>
            </a:extLst>
          </p:cNvPr>
          <p:cNvSpPr/>
          <p:nvPr/>
        </p:nvSpPr>
        <p:spPr>
          <a:xfrm>
            <a:off x="2802525" y="4198275"/>
            <a:ext cx="1588500" cy="1588500"/>
          </a:xfrm>
          <a:prstGeom prst="donut">
            <a:avLst>
              <a:gd name="adj" fmla="val 14749"/>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nvGrpSpPr>
          <p:cNvPr id="621" name="Google Shape;621;p34">
            <a:extLst>
              <a:ext uri="{FF2B5EF4-FFF2-40B4-BE49-F238E27FC236}">
                <a16:creationId xmlns:a16="http://schemas.microsoft.com/office/drawing/2014/main" id="{421C3735-57DE-AA9E-7E59-26AFE5C6512C}"/>
              </a:ext>
            </a:extLst>
          </p:cNvPr>
          <p:cNvGrpSpPr/>
          <p:nvPr/>
        </p:nvGrpSpPr>
        <p:grpSpPr>
          <a:xfrm rot="5400000">
            <a:off x="669871" y="3886650"/>
            <a:ext cx="86700" cy="709941"/>
            <a:chOff x="8750921" y="3885175"/>
            <a:chExt cx="86700" cy="709941"/>
          </a:xfrm>
        </p:grpSpPr>
        <p:sp>
          <p:nvSpPr>
            <p:cNvPr id="622" name="Google Shape;622;p34">
              <a:extLst>
                <a:ext uri="{FF2B5EF4-FFF2-40B4-BE49-F238E27FC236}">
                  <a16:creationId xmlns:a16="http://schemas.microsoft.com/office/drawing/2014/main" id="{2B58AE60-B2E5-DFAD-68F9-23C520358718}"/>
                </a:ext>
              </a:extLst>
            </p:cNvPr>
            <p:cNvSpPr/>
            <p:nvPr/>
          </p:nvSpPr>
          <p:spPr>
            <a:xfrm>
              <a:off x="8750921" y="3885175"/>
              <a:ext cx="86700" cy="864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623" name="Google Shape;623;p34">
              <a:extLst>
                <a:ext uri="{FF2B5EF4-FFF2-40B4-BE49-F238E27FC236}">
                  <a16:creationId xmlns:a16="http://schemas.microsoft.com/office/drawing/2014/main" id="{5D35E3FD-6FF0-84BE-3CCC-5CC1B5290545}"/>
                </a:ext>
              </a:extLst>
            </p:cNvPr>
            <p:cNvSpPr/>
            <p:nvPr/>
          </p:nvSpPr>
          <p:spPr>
            <a:xfrm>
              <a:off x="8750921" y="4196946"/>
              <a:ext cx="86700" cy="864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624" name="Google Shape;624;p34">
              <a:extLst>
                <a:ext uri="{FF2B5EF4-FFF2-40B4-BE49-F238E27FC236}">
                  <a16:creationId xmlns:a16="http://schemas.microsoft.com/office/drawing/2014/main" id="{6C6D12F1-1EC7-D752-E989-8BBB59FAD690}"/>
                </a:ext>
              </a:extLst>
            </p:cNvPr>
            <p:cNvSpPr/>
            <p:nvPr/>
          </p:nvSpPr>
          <p:spPr>
            <a:xfrm>
              <a:off x="8750921" y="4508716"/>
              <a:ext cx="86700" cy="864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spTree>
    <p:extLst>
      <p:ext uri="{BB962C8B-B14F-4D97-AF65-F5344CB8AC3E}">
        <p14:creationId xmlns:p14="http://schemas.microsoft.com/office/powerpoint/2010/main" val="38063280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28"/>
        <p:cNvGrpSpPr/>
        <p:nvPr/>
      </p:nvGrpSpPr>
      <p:grpSpPr>
        <a:xfrm>
          <a:off x="0" y="0"/>
          <a:ext cx="0" cy="0"/>
          <a:chOff x="0" y="0"/>
          <a:chExt cx="0" cy="0"/>
        </a:xfrm>
      </p:grpSpPr>
      <p:grpSp>
        <p:nvGrpSpPr>
          <p:cNvPr id="629" name="Google Shape;629;p35"/>
          <p:cNvGrpSpPr/>
          <p:nvPr/>
        </p:nvGrpSpPr>
        <p:grpSpPr>
          <a:xfrm>
            <a:off x="4524609" y="272255"/>
            <a:ext cx="1375134" cy="686046"/>
            <a:chOff x="1144034" y="-68245"/>
            <a:chExt cx="1375134" cy="686046"/>
          </a:xfrm>
        </p:grpSpPr>
        <p:grpSp>
          <p:nvGrpSpPr>
            <p:cNvPr id="630" name="Google Shape;630;p35"/>
            <p:cNvGrpSpPr/>
            <p:nvPr/>
          </p:nvGrpSpPr>
          <p:grpSpPr>
            <a:xfrm>
              <a:off x="1144034" y="273105"/>
              <a:ext cx="1375134" cy="344696"/>
              <a:chOff x="3166475" y="3034375"/>
              <a:chExt cx="2958550" cy="741600"/>
            </a:xfrm>
          </p:grpSpPr>
          <p:sp>
            <p:nvSpPr>
              <p:cNvPr id="631" name="Google Shape;631;p35"/>
              <p:cNvSpPr/>
              <p:nvPr/>
            </p:nvSpPr>
            <p:spPr>
              <a:xfrm>
                <a:off x="3166475" y="3034375"/>
                <a:ext cx="370800" cy="370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632" name="Google Shape;632;p35"/>
              <p:cNvSpPr/>
              <p:nvPr/>
            </p:nvSpPr>
            <p:spPr>
              <a:xfrm>
                <a:off x="3537275" y="3405175"/>
                <a:ext cx="370800" cy="370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633" name="Google Shape;633;p35"/>
              <p:cNvSpPr/>
              <p:nvPr/>
            </p:nvSpPr>
            <p:spPr>
              <a:xfrm>
                <a:off x="3911375" y="3034375"/>
                <a:ext cx="370800" cy="370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634" name="Google Shape;634;p35"/>
              <p:cNvSpPr/>
              <p:nvPr/>
            </p:nvSpPr>
            <p:spPr>
              <a:xfrm>
                <a:off x="4282175" y="3405175"/>
                <a:ext cx="370800" cy="370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635" name="Google Shape;635;p35"/>
              <p:cNvSpPr/>
              <p:nvPr/>
            </p:nvSpPr>
            <p:spPr>
              <a:xfrm>
                <a:off x="4638525" y="3034375"/>
                <a:ext cx="370800" cy="370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636" name="Google Shape;636;p35"/>
              <p:cNvSpPr/>
              <p:nvPr/>
            </p:nvSpPr>
            <p:spPr>
              <a:xfrm>
                <a:off x="5009325" y="3405175"/>
                <a:ext cx="370800" cy="370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637" name="Google Shape;637;p35"/>
              <p:cNvSpPr/>
              <p:nvPr/>
            </p:nvSpPr>
            <p:spPr>
              <a:xfrm>
                <a:off x="5383425" y="3034375"/>
                <a:ext cx="370800" cy="370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638" name="Google Shape;638;p35"/>
              <p:cNvSpPr/>
              <p:nvPr/>
            </p:nvSpPr>
            <p:spPr>
              <a:xfrm>
                <a:off x="5754225" y="3405175"/>
                <a:ext cx="370800" cy="370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grpSp>
          <p:nvGrpSpPr>
            <p:cNvPr id="639" name="Google Shape;639;p35"/>
            <p:cNvGrpSpPr/>
            <p:nvPr/>
          </p:nvGrpSpPr>
          <p:grpSpPr>
            <a:xfrm>
              <a:off x="1144034" y="-68245"/>
              <a:ext cx="1375134" cy="344696"/>
              <a:chOff x="3166475" y="3034375"/>
              <a:chExt cx="2958550" cy="741600"/>
            </a:xfrm>
          </p:grpSpPr>
          <p:sp>
            <p:nvSpPr>
              <p:cNvPr id="640" name="Google Shape;640;p35"/>
              <p:cNvSpPr/>
              <p:nvPr/>
            </p:nvSpPr>
            <p:spPr>
              <a:xfrm>
                <a:off x="3166475" y="3034375"/>
                <a:ext cx="370800" cy="370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641" name="Google Shape;641;p35"/>
              <p:cNvSpPr/>
              <p:nvPr/>
            </p:nvSpPr>
            <p:spPr>
              <a:xfrm>
                <a:off x="3537275" y="3405175"/>
                <a:ext cx="370800" cy="370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642" name="Google Shape;642;p35"/>
              <p:cNvSpPr/>
              <p:nvPr/>
            </p:nvSpPr>
            <p:spPr>
              <a:xfrm>
                <a:off x="3911375" y="3034375"/>
                <a:ext cx="370800" cy="370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643" name="Google Shape;643;p35"/>
              <p:cNvSpPr/>
              <p:nvPr/>
            </p:nvSpPr>
            <p:spPr>
              <a:xfrm>
                <a:off x="4282175" y="3405175"/>
                <a:ext cx="370800" cy="370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644" name="Google Shape;644;p35"/>
              <p:cNvSpPr/>
              <p:nvPr/>
            </p:nvSpPr>
            <p:spPr>
              <a:xfrm>
                <a:off x="4638525" y="3034375"/>
                <a:ext cx="370800" cy="370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645" name="Google Shape;645;p35"/>
              <p:cNvSpPr/>
              <p:nvPr/>
            </p:nvSpPr>
            <p:spPr>
              <a:xfrm>
                <a:off x="5009325" y="3405175"/>
                <a:ext cx="370800" cy="370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646" name="Google Shape;646;p35"/>
              <p:cNvSpPr/>
              <p:nvPr/>
            </p:nvSpPr>
            <p:spPr>
              <a:xfrm>
                <a:off x="5383425" y="3034375"/>
                <a:ext cx="370800" cy="370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647" name="Google Shape;647;p35"/>
              <p:cNvSpPr/>
              <p:nvPr/>
            </p:nvSpPr>
            <p:spPr>
              <a:xfrm>
                <a:off x="5754225" y="3405175"/>
                <a:ext cx="370800" cy="370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grpSp>
      <p:sp>
        <p:nvSpPr>
          <p:cNvPr id="648" name="Google Shape;648;p35"/>
          <p:cNvSpPr/>
          <p:nvPr/>
        </p:nvSpPr>
        <p:spPr>
          <a:xfrm>
            <a:off x="5145804" y="2423125"/>
            <a:ext cx="3285000" cy="21831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649" name="Google Shape;649;p35"/>
          <p:cNvSpPr/>
          <p:nvPr/>
        </p:nvSpPr>
        <p:spPr>
          <a:xfrm>
            <a:off x="5145804" y="665875"/>
            <a:ext cx="3285000" cy="1439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652" name="Google Shape;652;p35"/>
          <p:cNvSpPr>
            <a:spLocks noGrp="1"/>
          </p:cNvSpPr>
          <p:nvPr>
            <p:ph type="pic" idx="2"/>
          </p:nvPr>
        </p:nvSpPr>
        <p:spPr>
          <a:xfrm>
            <a:off x="5017575" y="537275"/>
            <a:ext cx="3325500" cy="1473900"/>
          </a:xfrm>
          <a:prstGeom prst="rect">
            <a:avLst/>
          </a:prstGeom>
        </p:spPr>
        <p:txBody>
          <a:bodyPr/>
          <a:lstStyle/>
          <a:p>
            <a:endParaRPr lang="en-US" dirty="0"/>
          </a:p>
        </p:txBody>
      </p:sp>
      <p:pic>
        <p:nvPicPr>
          <p:cNvPr id="653" name="Google Shape;653;p35"/>
          <p:cNvPicPr preferRelativeResize="0">
            <a:picLocks noGrp="1"/>
          </p:cNvPicPr>
          <p:nvPr>
            <p:ph type="pic" idx="2"/>
          </p:nvPr>
        </p:nvPicPr>
        <p:blipFill rotWithShape="1">
          <a:blip r:embed="rId3">
            <a:alphaModFix/>
          </a:blip>
          <a:srcRect t="38725" b="1871"/>
          <a:stretch/>
        </p:blipFill>
        <p:spPr>
          <a:xfrm>
            <a:off x="5017575" y="537275"/>
            <a:ext cx="3325501" cy="1473901"/>
          </a:xfrm>
          <a:prstGeom prst="rect">
            <a:avLst/>
          </a:prstGeom>
        </p:spPr>
      </p:pic>
      <p:pic>
        <p:nvPicPr>
          <p:cNvPr id="654" name="Google Shape;654;p35"/>
          <p:cNvPicPr preferRelativeResize="0">
            <a:picLocks noGrp="1"/>
          </p:cNvPicPr>
          <p:nvPr>
            <p:ph type="pic" idx="3"/>
          </p:nvPr>
        </p:nvPicPr>
        <p:blipFill rotWithShape="1">
          <a:blip r:embed="rId4">
            <a:alphaModFix/>
          </a:blip>
          <a:srcRect t="80" b="70"/>
          <a:stretch/>
        </p:blipFill>
        <p:spPr>
          <a:xfrm>
            <a:off x="5017575" y="2284575"/>
            <a:ext cx="3325501" cy="2213098"/>
          </a:xfrm>
          <a:prstGeom prst="rect">
            <a:avLst/>
          </a:prstGeom>
        </p:spPr>
      </p:pic>
      <p:sp>
        <p:nvSpPr>
          <p:cNvPr id="7" name="Google Shape;663;p36">
            <a:extLst>
              <a:ext uri="{FF2B5EF4-FFF2-40B4-BE49-F238E27FC236}">
                <a16:creationId xmlns:a16="http://schemas.microsoft.com/office/drawing/2014/main" id="{7372F7A8-F885-2887-E77E-C1F1D0086E18}"/>
              </a:ext>
            </a:extLst>
          </p:cNvPr>
          <p:cNvSpPr txBox="1">
            <a:spLocks/>
          </p:cNvSpPr>
          <p:nvPr/>
        </p:nvSpPr>
        <p:spPr>
          <a:xfrm>
            <a:off x="3689931" y="1869775"/>
            <a:ext cx="1093200" cy="1106700"/>
          </a:xfrm>
          <a:prstGeom prst="rect">
            <a:avLst/>
          </a:prstGeom>
          <a:noFill/>
          <a:ln w="9525" cap="flat" cmpd="sng">
            <a:noFill/>
            <a:prstDash val="solid"/>
            <a:round/>
            <a:headEnd type="none" w="sm" len="sm"/>
            <a:tailEnd type="none" w="sm" len="sm"/>
          </a:ln>
        </p:spPr>
        <p:txBody>
          <a:bodyPr spcFirstLastPara="1" wrap="square" lIns="91425" tIns="91425" rIns="91425" bIns="91425" anchor="b" anchorCtr="0">
            <a:noAutofit/>
          </a:bodyPr>
          <a:lstStyle/>
          <a:p>
            <a:pPr algn="r" rtl="0">
              <a:buClrTx/>
              <a:buFontTx/>
            </a:pPr>
            <a:r>
              <a:rPr lang="vi-VN" sz="6000" dirty="0">
                <a:solidFill>
                  <a:schemeClr val="accent1"/>
                </a:solidFill>
                <a:latin typeface="Anton"/>
                <a:sym typeface="Anton"/>
              </a:rPr>
              <a:t>02</a:t>
            </a:r>
            <a:endParaRPr lang="en" sz="6000" dirty="0">
              <a:solidFill>
                <a:schemeClr val="accent1"/>
              </a:solidFill>
              <a:latin typeface="Anton"/>
              <a:sym typeface="Anton"/>
            </a:endParaRPr>
          </a:p>
        </p:txBody>
      </p:sp>
      <p:sp>
        <p:nvSpPr>
          <p:cNvPr id="9" name="TextBox 8">
            <a:extLst>
              <a:ext uri="{FF2B5EF4-FFF2-40B4-BE49-F238E27FC236}">
                <a16:creationId xmlns:a16="http://schemas.microsoft.com/office/drawing/2014/main" id="{7B8C9C03-C410-01D2-D28B-D0CBAB4FED69}"/>
              </a:ext>
            </a:extLst>
          </p:cNvPr>
          <p:cNvSpPr txBox="1"/>
          <p:nvPr/>
        </p:nvSpPr>
        <p:spPr>
          <a:xfrm>
            <a:off x="1767651" y="1078379"/>
            <a:ext cx="4937760" cy="1631216"/>
          </a:xfrm>
          <a:prstGeom prst="rect">
            <a:avLst/>
          </a:prstGeom>
          <a:noFill/>
        </p:spPr>
        <p:txBody>
          <a:bodyPr wrap="square">
            <a:spAutoFit/>
          </a:bodyPr>
          <a:lstStyle/>
          <a:p>
            <a:r>
              <a:rPr lang="vi-VN" sz="5000" dirty="0">
                <a:solidFill>
                  <a:schemeClr val="lt2"/>
                </a:solidFill>
                <a:latin typeface="Anton"/>
                <a:sym typeface="Anton"/>
              </a:rPr>
              <a:t>Tổng quan</a:t>
            </a:r>
            <a:br>
              <a:rPr lang="vi-VN" sz="5000" dirty="0">
                <a:solidFill>
                  <a:schemeClr val="lt2"/>
                </a:solidFill>
                <a:latin typeface="Anton"/>
                <a:sym typeface="Anton"/>
              </a:rPr>
            </a:br>
            <a:r>
              <a:rPr lang="vi-VN" sz="5000" dirty="0">
                <a:solidFill>
                  <a:schemeClr val="lt2"/>
                </a:solidFill>
                <a:latin typeface="Anton"/>
                <a:sym typeface="Anton"/>
              </a:rPr>
              <a:t> đồ án</a:t>
            </a:r>
            <a:endParaRPr lang="en-US" sz="5000" dirty="0">
              <a:solidFill>
                <a:schemeClr val="lt2"/>
              </a:solidFill>
              <a:latin typeface="Anton"/>
              <a:sym typeface="Anto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16">
          <a:extLst>
            <a:ext uri="{FF2B5EF4-FFF2-40B4-BE49-F238E27FC236}">
              <a16:creationId xmlns:a16="http://schemas.microsoft.com/office/drawing/2014/main" id="{27918110-3338-013B-2A33-96639E2EDA61}"/>
            </a:ext>
          </a:extLst>
        </p:cNvPr>
        <p:cNvGrpSpPr/>
        <p:nvPr/>
      </p:nvGrpSpPr>
      <p:grpSpPr>
        <a:xfrm>
          <a:off x="0" y="0"/>
          <a:ext cx="0" cy="0"/>
          <a:chOff x="0" y="0"/>
          <a:chExt cx="0" cy="0"/>
        </a:xfrm>
      </p:grpSpPr>
      <p:sp>
        <p:nvSpPr>
          <p:cNvPr id="617" name="Google Shape;617;p34">
            <a:extLst>
              <a:ext uri="{FF2B5EF4-FFF2-40B4-BE49-F238E27FC236}">
                <a16:creationId xmlns:a16="http://schemas.microsoft.com/office/drawing/2014/main" id="{CC329007-45B1-CCFF-3499-99D87441C2C0}"/>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US" dirty="0" err="1"/>
              <a:t>Tổng</a:t>
            </a:r>
            <a:r>
              <a:rPr lang="en-US" dirty="0"/>
              <a:t> </a:t>
            </a:r>
            <a:r>
              <a:rPr lang="en-US" dirty="0" err="1"/>
              <a:t>quan</a:t>
            </a:r>
            <a:r>
              <a:rPr lang="en-US" dirty="0"/>
              <a:t> </a:t>
            </a:r>
            <a:r>
              <a:rPr lang="vi-VN" dirty="0"/>
              <a:t>đồ án</a:t>
            </a:r>
            <a:endParaRPr dirty="0"/>
          </a:p>
        </p:txBody>
      </p:sp>
      <p:sp>
        <p:nvSpPr>
          <p:cNvPr id="620" name="Google Shape;620;p34">
            <a:extLst>
              <a:ext uri="{FF2B5EF4-FFF2-40B4-BE49-F238E27FC236}">
                <a16:creationId xmlns:a16="http://schemas.microsoft.com/office/drawing/2014/main" id="{4B9A946C-57C1-C012-7C33-AAAFF63F2053}"/>
              </a:ext>
            </a:extLst>
          </p:cNvPr>
          <p:cNvSpPr/>
          <p:nvPr/>
        </p:nvSpPr>
        <p:spPr>
          <a:xfrm>
            <a:off x="2802525" y="4198275"/>
            <a:ext cx="1588500" cy="1588500"/>
          </a:xfrm>
          <a:prstGeom prst="donut">
            <a:avLst>
              <a:gd name="adj" fmla="val 14749"/>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nvGrpSpPr>
          <p:cNvPr id="621" name="Google Shape;621;p34">
            <a:extLst>
              <a:ext uri="{FF2B5EF4-FFF2-40B4-BE49-F238E27FC236}">
                <a16:creationId xmlns:a16="http://schemas.microsoft.com/office/drawing/2014/main" id="{69ABB9B5-566C-055E-8805-B50BBADE86FC}"/>
              </a:ext>
            </a:extLst>
          </p:cNvPr>
          <p:cNvGrpSpPr/>
          <p:nvPr/>
        </p:nvGrpSpPr>
        <p:grpSpPr>
          <a:xfrm rot="5400000">
            <a:off x="669871" y="3886650"/>
            <a:ext cx="86700" cy="709941"/>
            <a:chOff x="8750921" y="3885175"/>
            <a:chExt cx="86700" cy="709941"/>
          </a:xfrm>
        </p:grpSpPr>
        <p:sp>
          <p:nvSpPr>
            <p:cNvPr id="622" name="Google Shape;622;p34">
              <a:extLst>
                <a:ext uri="{FF2B5EF4-FFF2-40B4-BE49-F238E27FC236}">
                  <a16:creationId xmlns:a16="http://schemas.microsoft.com/office/drawing/2014/main" id="{69C257C0-799B-6929-CEA8-78F97089844B}"/>
                </a:ext>
              </a:extLst>
            </p:cNvPr>
            <p:cNvSpPr/>
            <p:nvPr/>
          </p:nvSpPr>
          <p:spPr>
            <a:xfrm>
              <a:off x="8750921" y="3885175"/>
              <a:ext cx="86700" cy="864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623" name="Google Shape;623;p34">
              <a:extLst>
                <a:ext uri="{FF2B5EF4-FFF2-40B4-BE49-F238E27FC236}">
                  <a16:creationId xmlns:a16="http://schemas.microsoft.com/office/drawing/2014/main" id="{276A4138-2D1C-6C1B-EB00-3FE11CD90ED1}"/>
                </a:ext>
              </a:extLst>
            </p:cNvPr>
            <p:cNvSpPr/>
            <p:nvPr/>
          </p:nvSpPr>
          <p:spPr>
            <a:xfrm>
              <a:off x="8750921" y="4196946"/>
              <a:ext cx="86700" cy="864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624" name="Google Shape;624;p34">
              <a:extLst>
                <a:ext uri="{FF2B5EF4-FFF2-40B4-BE49-F238E27FC236}">
                  <a16:creationId xmlns:a16="http://schemas.microsoft.com/office/drawing/2014/main" id="{C18085A4-A0C3-4882-AB39-58BBD4FE0790}"/>
                </a:ext>
              </a:extLst>
            </p:cNvPr>
            <p:cNvSpPr/>
            <p:nvPr/>
          </p:nvSpPr>
          <p:spPr>
            <a:xfrm>
              <a:off x="8750921" y="4508716"/>
              <a:ext cx="86700" cy="864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graphicFrame>
        <p:nvGraphicFramePr>
          <p:cNvPr id="2" name="Table 1">
            <a:extLst>
              <a:ext uri="{FF2B5EF4-FFF2-40B4-BE49-F238E27FC236}">
                <a16:creationId xmlns:a16="http://schemas.microsoft.com/office/drawing/2014/main" id="{E10F5B76-F79D-5F29-F1F9-2313EB5F9467}"/>
              </a:ext>
            </a:extLst>
          </p:cNvPr>
          <p:cNvGraphicFramePr>
            <a:graphicFrameLocks noGrp="1"/>
          </p:cNvGraphicFramePr>
          <p:nvPr>
            <p:extLst>
              <p:ext uri="{D42A27DB-BD31-4B8C-83A1-F6EECF244321}">
                <p14:modId xmlns:p14="http://schemas.microsoft.com/office/powerpoint/2010/main" val="4137771355"/>
              </p:ext>
            </p:extLst>
          </p:nvPr>
        </p:nvGraphicFramePr>
        <p:xfrm>
          <a:off x="1082376" y="1378646"/>
          <a:ext cx="6979248" cy="1046800"/>
        </p:xfrm>
        <a:graphic>
          <a:graphicData uri="http://schemas.openxmlformats.org/drawingml/2006/table">
            <a:tbl>
              <a:tblPr firstRow="1" firstCol="1" bandRow="1">
                <a:tableStyleId>{327F97BB-C833-4FB7-BDE5-3F7075034690}</a:tableStyleId>
              </a:tblPr>
              <a:tblGrid>
                <a:gridCol w="1809840">
                  <a:extLst>
                    <a:ext uri="{9D8B030D-6E8A-4147-A177-3AD203B41FA5}">
                      <a16:colId xmlns:a16="http://schemas.microsoft.com/office/drawing/2014/main" val="2876564192"/>
                    </a:ext>
                  </a:extLst>
                </a:gridCol>
                <a:gridCol w="1524000">
                  <a:extLst>
                    <a:ext uri="{9D8B030D-6E8A-4147-A177-3AD203B41FA5}">
                      <a16:colId xmlns:a16="http://schemas.microsoft.com/office/drawing/2014/main" val="3870094959"/>
                    </a:ext>
                  </a:extLst>
                </a:gridCol>
                <a:gridCol w="3645408">
                  <a:extLst>
                    <a:ext uri="{9D8B030D-6E8A-4147-A177-3AD203B41FA5}">
                      <a16:colId xmlns:a16="http://schemas.microsoft.com/office/drawing/2014/main" val="2426695120"/>
                    </a:ext>
                  </a:extLst>
                </a:gridCol>
              </a:tblGrid>
              <a:tr h="0">
                <a:tc>
                  <a:txBody>
                    <a:bodyPr/>
                    <a:lstStyle/>
                    <a:p>
                      <a:pPr>
                        <a:lnSpc>
                          <a:spcPct val="115000"/>
                        </a:lnSpc>
                        <a:spcAft>
                          <a:spcPts val="800"/>
                        </a:spcAft>
                        <a:buNone/>
                      </a:pPr>
                      <a:r>
                        <a:rPr lang="vi-VN" sz="1300" b="1" kern="0" dirty="0">
                          <a:solidFill>
                            <a:schemeClr val="bg1"/>
                          </a:solidFill>
                          <a:effectLst/>
                        </a:rPr>
                        <a:t>Vai trò</a:t>
                      </a:r>
                      <a:endParaRPr lang="en-US" sz="13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vi-VN" sz="1300" b="1" kern="100">
                          <a:solidFill>
                            <a:schemeClr val="bg1"/>
                          </a:solidFill>
                          <a:effectLst/>
                        </a:rPr>
                        <a:t>Mã đăng nhập</a:t>
                      </a:r>
                      <a:endParaRPr lang="en-US" sz="1300" b="1"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vi-VN" sz="1300" b="1" kern="100">
                          <a:solidFill>
                            <a:schemeClr val="bg1"/>
                          </a:solidFill>
                          <a:effectLst/>
                        </a:rPr>
                        <a:t>Mô tả</a:t>
                      </a:r>
                      <a:endParaRPr lang="en-US" sz="1300" b="1"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24959069"/>
                  </a:ext>
                </a:extLst>
              </a:tr>
              <a:tr h="0">
                <a:tc>
                  <a:txBody>
                    <a:bodyPr/>
                    <a:lstStyle/>
                    <a:p>
                      <a:pPr>
                        <a:lnSpc>
                          <a:spcPct val="115000"/>
                        </a:lnSpc>
                        <a:spcAft>
                          <a:spcPts val="800"/>
                        </a:spcAft>
                        <a:buNone/>
                      </a:pPr>
                      <a:r>
                        <a:rPr lang="vi-VN" sz="1300" b="1" kern="100" dirty="0">
                          <a:solidFill>
                            <a:schemeClr val="bg1"/>
                          </a:solidFill>
                          <a:effectLst/>
                        </a:rPr>
                        <a:t>Admin</a:t>
                      </a:r>
                      <a:endParaRPr lang="en-US" sz="13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vi-VN" sz="1300" b="1" kern="100" dirty="0">
                          <a:solidFill>
                            <a:schemeClr val="bg1"/>
                          </a:solidFill>
                          <a:effectLst/>
                        </a:rPr>
                        <a:t>AD01</a:t>
                      </a:r>
                      <a:endParaRPr lang="en-US" sz="13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vi-VN" sz="1300" b="1" kern="100">
                          <a:solidFill>
                            <a:schemeClr val="bg1"/>
                          </a:solidFill>
                          <a:effectLst/>
                        </a:rPr>
                        <a:t>Quản trị toàn bộ hệ thống</a:t>
                      </a:r>
                      <a:endParaRPr lang="en-US" sz="1300" b="1"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05233878"/>
                  </a:ext>
                </a:extLst>
              </a:tr>
              <a:tr h="0">
                <a:tc>
                  <a:txBody>
                    <a:bodyPr/>
                    <a:lstStyle/>
                    <a:p>
                      <a:pPr>
                        <a:lnSpc>
                          <a:spcPct val="115000"/>
                        </a:lnSpc>
                        <a:spcAft>
                          <a:spcPts val="800"/>
                        </a:spcAft>
                        <a:buNone/>
                      </a:pPr>
                      <a:r>
                        <a:rPr lang="vi-VN" sz="1300" b="1" kern="100">
                          <a:solidFill>
                            <a:schemeClr val="bg1"/>
                          </a:solidFill>
                          <a:effectLst/>
                        </a:rPr>
                        <a:t>Nhân viên bán hàng</a:t>
                      </a:r>
                      <a:endParaRPr lang="en-US" sz="1300" b="1"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vi-VN" sz="1300" b="1" kern="100" dirty="0">
                          <a:solidFill>
                            <a:schemeClr val="bg1"/>
                          </a:solidFill>
                          <a:effectLst/>
                        </a:rPr>
                        <a:t>SL01</a:t>
                      </a:r>
                      <a:endParaRPr lang="en-US" sz="13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vi-VN" sz="1300" b="1" kern="100">
                          <a:solidFill>
                            <a:schemeClr val="bg1"/>
                          </a:solidFill>
                          <a:effectLst/>
                        </a:rPr>
                        <a:t>Tư vấn, tạo đơn bán hàng</a:t>
                      </a:r>
                      <a:endParaRPr lang="en-US" sz="1300" b="1"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05919610"/>
                  </a:ext>
                </a:extLst>
              </a:tr>
              <a:tr h="0">
                <a:tc>
                  <a:txBody>
                    <a:bodyPr/>
                    <a:lstStyle/>
                    <a:p>
                      <a:pPr>
                        <a:lnSpc>
                          <a:spcPct val="115000"/>
                        </a:lnSpc>
                        <a:spcAft>
                          <a:spcPts val="800"/>
                        </a:spcAft>
                        <a:buNone/>
                      </a:pPr>
                      <a:r>
                        <a:rPr lang="vi-VN" sz="1300" b="1" kern="100">
                          <a:solidFill>
                            <a:schemeClr val="bg1"/>
                          </a:solidFill>
                          <a:effectLst/>
                        </a:rPr>
                        <a:t>Kỹ thuật viên</a:t>
                      </a:r>
                      <a:endParaRPr lang="en-US" sz="1300" b="1"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vi-VN" sz="1300" b="1" kern="100" dirty="0">
                          <a:solidFill>
                            <a:schemeClr val="bg1"/>
                          </a:solidFill>
                          <a:effectLst/>
                        </a:rPr>
                        <a:t>KT01</a:t>
                      </a:r>
                      <a:endParaRPr lang="en-US" sz="13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vi-VN" sz="1300" b="1" kern="100" dirty="0">
                          <a:solidFill>
                            <a:schemeClr val="bg1"/>
                          </a:solidFill>
                          <a:effectLst/>
                        </a:rPr>
                        <a:t>Xử lí phiếu sửa chữa</a:t>
                      </a:r>
                      <a:endParaRPr lang="en-US" sz="13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75044723"/>
                  </a:ext>
                </a:extLst>
              </a:tr>
              <a:tr h="0">
                <a:tc>
                  <a:txBody>
                    <a:bodyPr/>
                    <a:lstStyle/>
                    <a:p>
                      <a:pPr>
                        <a:lnSpc>
                          <a:spcPct val="115000"/>
                        </a:lnSpc>
                        <a:spcAft>
                          <a:spcPts val="800"/>
                        </a:spcAft>
                        <a:buNone/>
                      </a:pPr>
                      <a:r>
                        <a:rPr lang="vi-VN" sz="1300" b="1" kern="100">
                          <a:solidFill>
                            <a:schemeClr val="bg1"/>
                          </a:solidFill>
                          <a:effectLst/>
                        </a:rPr>
                        <a:t>Khách hàng (User)</a:t>
                      </a:r>
                      <a:endParaRPr lang="en-US" sz="1300" b="1"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vi-VN" sz="1300" b="1" kern="100" dirty="0">
                          <a:solidFill>
                            <a:schemeClr val="bg1"/>
                          </a:solidFill>
                          <a:effectLst/>
                        </a:rPr>
                        <a:t>SĐT danh bạ</a:t>
                      </a:r>
                      <a:endParaRPr lang="en-US" sz="13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vi-VN" sz="1300" b="1" kern="0" dirty="0">
                          <a:solidFill>
                            <a:schemeClr val="bg1"/>
                          </a:solidFill>
                          <a:effectLst/>
                        </a:rPr>
                        <a:t>Xem xe, mua hàng, theo dõi lịch sử, chat AI</a:t>
                      </a:r>
                      <a:endParaRPr lang="en-US" sz="1300" b="1"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0227141"/>
                  </a:ext>
                </a:extLst>
              </a:tr>
            </a:tbl>
          </a:graphicData>
        </a:graphic>
      </p:graphicFrame>
      <p:sp>
        <p:nvSpPr>
          <p:cNvPr id="6" name="TextBox 5">
            <a:extLst>
              <a:ext uri="{FF2B5EF4-FFF2-40B4-BE49-F238E27FC236}">
                <a16:creationId xmlns:a16="http://schemas.microsoft.com/office/drawing/2014/main" id="{3968A5EF-D7B9-7B66-B9B3-1DD504E0D126}"/>
              </a:ext>
            </a:extLst>
          </p:cNvPr>
          <p:cNvSpPr txBox="1"/>
          <p:nvPr/>
        </p:nvSpPr>
        <p:spPr>
          <a:xfrm>
            <a:off x="4812285" y="2729229"/>
            <a:ext cx="4163740" cy="1908151"/>
          </a:xfrm>
          <a:prstGeom prst="rect">
            <a:avLst/>
          </a:prstGeom>
          <a:noFill/>
        </p:spPr>
        <p:txBody>
          <a:bodyPr wrap="square">
            <a:spAutoFit/>
          </a:bodyPr>
          <a:lstStyle/>
          <a:p>
            <a:pPr>
              <a:lnSpc>
                <a:spcPct val="115000"/>
              </a:lnSpc>
              <a:spcAft>
                <a:spcPts val="800"/>
              </a:spcAft>
              <a:buNone/>
            </a:pPr>
            <a:r>
              <a:rPr lang="en-US" b="1" dirty="0">
                <a:solidFill>
                  <a:schemeClr val="lt2"/>
                </a:solidFill>
                <a:latin typeface="+mj-lt"/>
                <a:sym typeface="Public Sans"/>
              </a:rPr>
              <a:t>Quản </a:t>
            </a:r>
            <a:r>
              <a:rPr lang="en-US" b="1" dirty="0" err="1">
                <a:solidFill>
                  <a:schemeClr val="lt2"/>
                </a:solidFill>
                <a:latin typeface="+mj-lt"/>
                <a:sym typeface="Public Sans"/>
              </a:rPr>
              <a:t>lý</a:t>
            </a:r>
            <a:r>
              <a:rPr lang="en-US" b="1" dirty="0">
                <a:solidFill>
                  <a:schemeClr val="lt2"/>
                </a:solidFill>
                <a:latin typeface="+mj-lt"/>
                <a:sym typeface="Public Sans"/>
              </a:rPr>
              <a:t> </a:t>
            </a:r>
            <a:r>
              <a:rPr lang="en-US" b="1" dirty="0" err="1">
                <a:solidFill>
                  <a:schemeClr val="lt2"/>
                </a:solidFill>
                <a:latin typeface="+mj-lt"/>
                <a:sym typeface="Public Sans"/>
              </a:rPr>
              <a:t>kho</a:t>
            </a:r>
            <a:r>
              <a:rPr lang="en-US" b="1" dirty="0">
                <a:solidFill>
                  <a:schemeClr val="lt2"/>
                </a:solidFill>
                <a:latin typeface="+mj-lt"/>
                <a:sym typeface="Public Sans"/>
              </a:rPr>
              <a:t> </a:t>
            </a:r>
            <a:r>
              <a:rPr lang="en-US" b="1" dirty="0" err="1">
                <a:solidFill>
                  <a:schemeClr val="lt2"/>
                </a:solidFill>
                <a:latin typeface="+mj-lt"/>
                <a:sym typeface="Public Sans"/>
              </a:rPr>
              <a:t>xe</a:t>
            </a:r>
            <a:endParaRPr lang="en-US" b="1" dirty="0">
              <a:solidFill>
                <a:schemeClr val="lt2"/>
              </a:solidFill>
              <a:latin typeface="+mj-lt"/>
              <a:sym typeface="Public Sans"/>
            </a:endParaRPr>
          </a:p>
          <a:p>
            <a:pPr marL="285750" lvl="0" indent="-285750">
              <a:lnSpc>
                <a:spcPct val="115000"/>
              </a:lnSpc>
              <a:buClr>
                <a:schemeClr val="tx2"/>
              </a:buClr>
              <a:buFont typeface="Wingdings" panose="05000000000000000000" pitchFamily="2" charset="2"/>
              <a:buChar char="v"/>
            </a:pPr>
            <a:r>
              <a:rPr lang="en-US" dirty="0">
                <a:solidFill>
                  <a:schemeClr val="lt2"/>
                </a:solidFill>
                <a:latin typeface="+mj-lt"/>
                <a:sym typeface="Public Sans"/>
              </a:rPr>
              <a:t>Xem </a:t>
            </a:r>
            <a:r>
              <a:rPr lang="en-US" dirty="0" err="1">
                <a:solidFill>
                  <a:schemeClr val="lt2"/>
                </a:solidFill>
                <a:latin typeface="+mj-lt"/>
                <a:sym typeface="Public Sans"/>
              </a:rPr>
              <a:t>danh</a:t>
            </a:r>
            <a:r>
              <a:rPr lang="en-US" dirty="0">
                <a:solidFill>
                  <a:schemeClr val="lt2"/>
                </a:solidFill>
                <a:latin typeface="+mj-lt"/>
                <a:sym typeface="Public Sans"/>
              </a:rPr>
              <a:t> </a:t>
            </a:r>
            <a:r>
              <a:rPr lang="en-US" dirty="0" err="1">
                <a:solidFill>
                  <a:schemeClr val="lt2"/>
                </a:solidFill>
                <a:latin typeface="+mj-lt"/>
                <a:sym typeface="Public Sans"/>
              </a:rPr>
              <a:t>sách</a:t>
            </a:r>
            <a:r>
              <a:rPr lang="en-US" dirty="0">
                <a:solidFill>
                  <a:schemeClr val="lt2"/>
                </a:solidFill>
                <a:latin typeface="+mj-lt"/>
                <a:sym typeface="Public Sans"/>
              </a:rPr>
              <a:t> </a:t>
            </a:r>
            <a:r>
              <a:rPr lang="en-US" dirty="0" err="1">
                <a:solidFill>
                  <a:schemeClr val="lt2"/>
                </a:solidFill>
                <a:latin typeface="+mj-lt"/>
                <a:sym typeface="Public Sans"/>
              </a:rPr>
              <a:t>xe</a:t>
            </a:r>
            <a:r>
              <a:rPr lang="en-US" dirty="0">
                <a:solidFill>
                  <a:schemeClr val="lt2"/>
                </a:solidFill>
                <a:latin typeface="+mj-lt"/>
                <a:sym typeface="Public Sans"/>
              </a:rPr>
              <a:t> </a:t>
            </a:r>
            <a:r>
              <a:rPr lang="en-US" dirty="0" err="1">
                <a:solidFill>
                  <a:schemeClr val="lt2"/>
                </a:solidFill>
                <a:latin typeface="+mj-lt"/>
                <a:sym typeface="Public Sans"/>
              </a:rPr>
              <a:t>máy</a:t>
            </a:r>
            <a:r>
              <a:rPr lang="en-US" dirty="0">
                <a:solidFill>
                  <a:schemeClr val="lt2"/>
                </a:solidFill>
                <a:latin typeface="+mj-lt"/>
                <a:sym typeface="Public Sans"/>
              </a:rPr>
              <a:t> (</a:t>
            </a:r>
            <a:r>
              <a:rPr lang="en-US" dirty="0" err="1">
                <a:solidFill>
                  <a:schemeClr val="lt2"/>
                </a:solidFill>
                <a:latin typeface="+mj-lt"/>
                <a:sym typeface="Public Sans"/>
              </a:rPr>
              <a:t>thương</a:t>
            </a:r>
            <a:r>
              <a:rPr lang="en-US" dirty="0">
                <a:solidFill>
                  <a:schemeClr val="lt2"/>
                </a:solidFill>
                <a:latin typeface="+mj-lt"/>
                <a:sym typeface="Public Sans"/>
              </a:rPr>
              <a:t> </a:t>
            </a:r>
            <a:r>
              <a:rPr lang="en-US" dirty="0" err="1">
                <a:solidFill>
                  <a:schemeClr val="lt2"/>
                </a:solidFill>
                <a:latin typeface="+mj-lt"/>
                <a:sym typeface="Public Sans"/>
              </a:rPr>
              <a:t>hiệu</a:t>
            </a:r>
            <a:r>
              <a:rPr lang="en-US" dirty="0">
                <a:solidFill>
                  <a:schemeClr val="lt2"/>
                </a:solidFill>
                <a:latin typeface="+mj-lt"/>
                <a:sym typeface="Public Sans"/>
              </a:rPr>
              <a:t>, model, </a:t>
            </a:r>
            <a:r>
              <a:rPr lang="en-US" dirty="0" err="1">
                <a:solidFill>
                  <a:schemeClr val="lt2"/>
                </a:solidFill>
                <a:latin typeface="+mj-lt"/>
                <a:sym typeface="Public Sans"/>
              </a:rPr>
              <a:t>giá</a:t>
            </a:r>
            <a:r>
              <a:rPr lang="en-US" dirty="0">
                <a:solidFill>
                  <a:schemeClr val="lt2"/>
                </a:solidFill>
                <a:latin typeface="+mj-lt"/>
                <a:sym typeface="Public Sans"/>
              </a:rPr>
              <a:t>, </a:t>
            </a:r>
            <a:r>
              <a:rPr lang="en-US" dirty="0" err="1">
                <a:solidFill>
                  <a:schemeClr val="lt2"/>
                </a:solidFill>
                <a:latin typeface="+mj-lt"/>
                <a:sym typeface="Public Sans"/>
              </a:rPr>
              <a:t>số</a:t>
            </a:r>
            <a:r>
              <a:rPr lang="en-US" dirty="0">
                <a:solidFill>
                  <a:schemeClr val="lt2"/>
                </a:solidFill>
                <a:latin typeface="+mj-lt"/>
                <a:sym typeface="Public Sans"/>
              </a:rPr>
              <a:t> </a:t>
            </a:r>
            <a:r>
              <a:rPr lang="en-US" dirty="0" err="1">
                <a:solidFill>
                  <a:schemeClr val="lt2"/>
                </a:solidFill>
                <a:latin typeface="+mj-lt"/>
                <a:sym typeface="Public Sans"/>
              </a:rPr>
              <a:t>lượng</a:t>
            </a:r>
            <a:r>
              <a:rPr lang="en-US" dirty="0">
                <a:solidFill>
                  <a:schemeClr val="lt2"/>
                </a:solidFill>
                <a:latin typeface="+mj-lt"/>
                <a:sym typeface="Public Sans"/>
              </a:rPr>
              <a:t> </a:t>
            </a:r>
            <a:r>
              <a:rPr lang="en-US" dirty="0" err="1">
                <a:solidFill>
                  <a:schemeClr val="lt2"/>
                </a:solidFill>
                <a:latin typeface="+mj-lt"/>
                <a:sym typeface="Public Sans"/>
              </a:rPr>
              <a:t>tồn</a:t>
            </a:r>
            <a:r>
              <a:rPr lang="en-US" dirty="0">
                <a:solidFill>
                  <a:schemeClr val="lt2"/>
                </a:solidFill>
                <a:latin typeface="+mj-lt"/>
                <a:sym typeface="Public Sans"/>
              </a:rPr>
              <a:t> </a:t>
            </a:r>
            <a:r>
              <a:rPr lang="en-US" dirty="0" err="1">
                <a:solidFill>
                  <a:schemeClr val="lt2"/>
                </a:solidFill>
                <a:latin typeface="+mj-lt"/>
                <a:sym typeface="Public Sans"/>
              </a:rPr>
              <a:t>kho</a:t>
            </a:r>
            <a:r>
              <a:rPr lang="en-US" dirty="0">
                <a:solidFill>
                  <a:schemeClr val="lt2"/>
                </a:solidFill>
                <a:latin typeface="+mj-lt"/>
                <a:sym typeface="Public Sans"/>
              </a:rPr>
              <a:t>, </a:t>
            </a:r>
            <a:r>
              <a:rPr lang="en-US" dirty="0" err="1">
                <a:solidFill>
                  <a:schemeClr val="lt2"/>
                </a:solidFill>
                <a:latin typeface="+mj-lt"/>
                <a:sym typeface="Public Sans"/>
              </a:rPr>
              <a:t>hình</a:t>
            </a:r>
            <a:r>
              <a:rPr lang="en-US" dirty="0">
                <a:solidFill>
                  <a:schemeClr val="lt2"/>
                </a:solidFill>
                <a:latin typeface="+mj-lt"/>
                <a:sym typeface="Public Sans"/>
              </a:rPr>
              <a:t> </a:t>
            </a:r>
            <a:r>
              <a:rPr lang="en-US" dirty="0" err="1">
                <a:solidFill>
                  <a:schemeClr val="lt2"/>
                </a:solidFill>
                <a:latin typeface="+mj-lt"/>
                <a:sym typeface="Public Sans"/>
              </a:rPr>
              <a:t>ảnh</a:t>
            </a:r>
            <a:r>
              <a:rPr lang="en-US" dirty="0">
                <a:solidFill>
                  <a:schemeClr val="lt2"/>
                </a:solidFill>
                <a:latin typeface="+mj-lt"/>
                <a:sym typeface="Public Sans"/>
              </a:rPr>
              <a:t>)</a:t>
            </a:r>
          </a:p>
          <a:p>
            <a:pPr marL="285750" lvl="0" indent="-285750">
              <a:lnSpc>
                <a:spcPct val="115000"/>
              </a:lnSpc>
              <a:buClr>
                <a:schemeClr val="tx2"/>
              </a:buClr>
              <a:buFont typeface="Wingdings" panose="05000000000000000000" pitchFamily="2" charset="2"/>
              <a:buChar char="v"/>
            </a:pPr>
            <a:r>
              <a:rPr lang="en-US" dirty="0" err="1">
                <a:solidFill>
                  <a:schemeClr val="lt2"/>
                </a:solidFill>
                <a:latin typeface="+mj-lt"/>
                <a:sym typeface="Public Sans"/>
              </a:rPr>
              <a:t>Thêm</a:t>
            </a:r>
            <a:r>
              <a:rPr lang="en-US" dirty="0">
                <a:solidFill>
                  <a:schemeClr val="lt2"/>
                </a:solidFill>
                <a:latin typeface="+mj-lt"/>
                <a:sym typeface="Public Sans"/>
              </a:rPr>
              <a:t>/</a:t>
            </a:r>
            <a:r>
              <a:rPr lang="en-US" dirty="0" err="1">
                <a:solidFill>
                  <a:schemeClr val="lt2"/>
                </a:solidFill>
                <a:latin typeface="+mj-lt"/>
                <a:sym typeface="Public Sans"/>
              </a:rPr>
              <a:t>Sửa</a:t>
            </a:r>
            <a:r>
              <a:rPr lang="en-US" dirty="0">
                <a:solidFill>
                  <a:schemeClr val="lt2"/>
                </a:solidFill>
                <a:latin typeface="+mj-lt"/>
                <a:sym typeface="Public Sans"/>
              </a:rPr>
              <a:t>/</a:t>
            </a:r>
            <a:r>
              <a:rPr lang="en-US" dirty="0" err="1">
                <a:solidFill>
                  <a:schemeClr val="lt2"/>
                </a:solidFill>
                <a:latin typeface="+mj-lt"/>
                <a:sym typeface="Public Sans"/>
              </a:rPr>
              <a:t>Xóa</a:t>
            </a:r>
            <a:r>
              <a:rPr lang="en-US" dirty="0">
                <a:solidFill>
                  <a:schemeClr val="lt2"/>
                </a:solidFill>
                <a:latin typeface="+mj-lt"/>
                <a:sym typeface="Public Sans"/>
              </a:rPr>
              <a:t> </a:t>
            </a:r>
            <a:r>
              <a:rPr lang="en-US" dirty="0" err="1">
                <a:solidFill>
                  <a:schemeClr val="lt2"/>
                </a:solidFill>
                <a:latin typeface="+mj-lt"/>
                <a:sym typeface="Public Sans"/>
              </a:rPr>
              <a:t>xe</a:t>
            </a:r>
            <a:r>
              <a:rPr lang="en-US" dirty="0">
                <a:solidFill>
                  <a:schemeClr val="lt2"/>
                </a:solidFill>
                <a:latin typeface="+mj-lt"/>
                <a:sym typeface="Public Sans"/>
              </a:rPr>
              <a:t> (</a:t>
            </a:r>
            <a:r>
              <a:rPr lang="en-US" dirty="0" err="1">
                <a:solidFill>
                  <a:schemeClr val="lt2"/>
                </a:solidFill>
                <a:latin typeface="+mj-lt"/>
                <a:sym typeface="Public Sans"/>
              </a:rPr>
              <a:t>chỉ</a:t>
            </a:r>
            <a:r>
              <a:rPr lang="en-US" dirty="0">
                <a:solidFill>
                  <a:schemeClr val="lt2"/>
                </a:solidFill>
                <a:latin typeface="+mj-lt"/>
                <a:sym typeface="Public Sans"/>
              </a:rPr>
              <a:t> Admin)</a:t>
            </a:r>
          </a:p>
          <a:p>
            <a:pPr marL="285750" lvl="0" indent="-285750">
              <a:lnSpc>
                <a:spcPct val="115000"/>
              </a:lnSpc>
              <a:buClr>
                <a:schemeClr val="tx2"/>
              </a:buClr>
              <a:buFont typeface="Wingdings" panose="05000000000000000000" pitchFamily="2" charset="2"/>
              <a:buChar char="v"/>
            </a:pPr>
            <a:r>
              <a:rPr lang="en-US" dirty="0" err="1">
                <a:solidFill>
                  <a:schemeClr val="lt2"/>
                </a:solidFill>
                <a:latin typeface="+mj-lt"/>
                <a:sym typeface="Public Sans"/>
              </a:rPr>
              <a:t>Tìm</a:t>
            </a:r>
            <a:r>
              <a:rPr lang="en-US" dirty="0">
                <a:solidFill>
                  <a:schemeClr val="lt2"/>
                </a:solidFill>
                <a:latin typeface="+mj-lt"/>
                <a:sym typeface="Public Sans"/>
              </a:rPr>
              <a:t> </a:t>
            </a:r>
            <a:r>
              <a:rPr lang="en-US" dirty="0" err="1">
                <a:solidFill>
                  <a:schemeClr val="lt2"/>
                </a:solidFill>
                <a:latin typeface="+mj-lt"/>
                <a:sym typeface="Public Sans"/>
              </a:rPr>
              <a:t>kiếm</a:t>
            </a:r>
            <a:r>
              <a:rPr lang="en-US" dirty="0">
                <a:solidFill>
                  <a:schemeClr val="lt2"/>
                </a:solidFill>
                <a:latin typeface="+mj-lt"/>
                <a:sym typeface="Public Sans"/>
              </a:rPr>
              <a:t> </a:t>
            </a:r>
            <a:r>
              <a:rPr lang="en-US" dirty="0" err="1">
                <a:solidFill>
                  <a:schemeClr val="lt2"/>
                </a:solidFill>
                <a:latin typeface="+mj-lt"/>
                <a:sym typeface="Public Sans"/>
              </a:rPr>
              <a:t>và</a:t>
            </a:r>
            <a:r>
              <a:rPr lang="en-US" dirty="0">
                <a:solidFill>
                  <a:schemeClr val="lt2"/>
                </a:solidFill>
                <a:latin typeface="+mj-lt"/>
                <a:sym typeface="Public Sans"/>
              </a:rPr>
              <a:t> </a:t>
            </a:r>
            <a:r>
              <a:rPr lang="en-US" dirty="0" err="1">
                <a:solidFill>
                  <a:schemeClr val="lt2"/>
                </a:solidFill>
                <a:latin typeface="+mj-lt"/>
                <a:sym typeface="Public Sans"/>
              </a:rPr>
              <a:t>lọc</a:t>
            </a:r>
            <a:r>
              <a:rPr lang="en-US" dirty="0">
                <a:solidFill>
                  <a:schemeClr val="lt2"/>
                </a:solidFill>
                <a:latin typeface="+mj-lt"/>
                <a:sym typeface="Public Sans"/>
              </a:rPr>
              <a:t> </a:t>
            </a:r>
            <a:r>
              <a:rPr lang="en-US" dirty="0" err="1">
                <a:solidFill>
                  <a:schemeClr val="lt2"/>
                </a:solidFill>
                <a:latin typeface="+mj-lt"/>
                <a:sym typeface="Public Sans"/>
              </a:rPr>
              <a:t>xe</a:t>
            </a:r>
            <a:endParaRPr lang="vi-VN" dirty="0">
              <a:solidFill>
                <a:schemeClr val="lt2"/>
              </a:solidFill>
              <a:latin typeface="+mj-lt"/>
              <a:sym typeface="Public Sans"/>
            </a:endParaRPr>
          </a:p>
          <a:p>
            <a:pPr marL="285750" indent="-285750">
              <a:lnSpc>
                <a:spcPct val="115000"/>
              </a:lnSpc>
              <a:buClr>
                <a:schemeClr val="tx2"/>
              </a:buClr>
              <a:buFont typeface="Wingdings" panose="05000000000000000000" pitchFamily="2" charset="2"/>
              <a:buChar char="v"/>
            </a:pPr>
            <a:r>
              <a:rPr lang="en-US" dirty="0" err="1">
                <a:solidFill>
                  <a:schemeClr val="lt2"/>
                </a:solidFill>
                <a:sym typeface="Public Sans"/>
              </a:rPr>
              <a:t>Tích</a:t>
            </a:r>
            <a:r>
              <a:rPr lang="en-US" dirty="0">
                <a:solidFill>
                  <a:schemeClr val="lt2"/>
                </a:solidFill>
                <a:sym typeface="Public Sans"/>
              </a:rPr>
              <a:t> </a:t>
            </a:r>
            <a:r>
              <a:rPr lang="en-US" dirty="0" err="1">
                <a:solidFill>
                  <a:schemeClr val="lt2"/>
                </a:solidFill>
                <a:sym typeface="Public Sans"/>
              </a:rPr>
              <a:t>hợp</a:t>
            </a:r>
            <a:r>
              <a:rPr lang="en-US" dirty="0">
                <a:solidFill>
                  <a:schemeClr val="lt2"/>
                </a:solidFill>
                <a:sym typeface="Public Sans"/>
              </a:rPr>
              <a:t> AI: </a:t>
            </a:r>
            <a:r>
              <a:rPr lang="en-US" dirty="0" err="1">
                <a:solidFill>
                  <a:schemeClr val="lt2"/>
                </a:solidFill>
                <a:sym typeface="Public Sans"/>
              </a:rPr>
              <a:t>Gợi</a:t>
            </a:r>
            <a:r>
              <a:rPr lang="en-US" dirty="0">
                <a:solidFill>
                  <a:schemeClr val="lt2"/>
                </a:solidFill>
                <a:sym typeface="Public Sans"/>
              </a:rPr>
              <a:t> ý </a:t>
            </a:r>
            <a:r>
              <a:rPr lang="en-US" dirty="0" err="1">
                <a:solidFill>
                  <a:schemeClr val="lt2"/>
                </a:solidFill>
                <a:sym typeface="Public Sans"/>
              </a:rPr>
              <a:t>xe</a:t>
            </a:r>
            <a:r>
              <a:rPr lang="en-US" dirty="0">
                <a:solidFill>
                  <a:schemeClr val="lt2"/>
                </a:solidFill>
                <a:sym typeface="Public Sans"/>
              </a:rPr>
              <a:t> </a:t>
            </a:r>
            <a:r>
              <a:rPr lang="en-US" dirty="0" err="1">
                <a:solidFill>
                  <a:schemeClr val="lt2"/>
                </a:solidFill>
                <a:sym typeface="Public Sans"/>
              </a:rPr>
              <a:t>phù</a:t>
            </a:r>
            <a:r>
              <a:rPr lang="en-US" dirty="0">
                <a:solidFill>
                  <a:schemeClr val="lt2"/>
                </a:solidFill>
                <a:sym typeface="Public Sans"/>
              </a:rPr>
              <a:t> </a:t>
            </a:r>
            <a:r>
              <a:rPr lang="en-US" dirty="0" err="1">
                <a:solidFill>
                  <a:schemeClr val="lt2"/>
                </a:solidFill>
                <a:sym typeface="Public Sans"/>
              </a:rPr>
              <a:t>hợp</a:t>
            </a:r>
            <a:r>
              <a:rPr lang="en-US" dirty="0">
                <a:solidFill>
                  <a:schemeClr val="lt2"/>
                </a:solidFill>
                <a:sym typeface="Public Sans"/>
              </a:rPr>
              <a:t> </a:t>
            </a:r>
            <a:r>
              <a:rPr lang="en-US" dirty="0" err="1">
                <a:solidFill>
                  <a:schemeClr val="lt2"/>
                </a:solidFill>
                <a:sym typeface="Public Sans"/>
              </a:rPr>
              <a:t>theo</a:t>
            </a:r>
            <a:r>
              <a:rPr lang="en-US" dirty="0">
                <a:solidFill>
                  <a:schemeClr val="lt2"/>
                </a:solidFill>
                <a:sym typeface="Public Sans"/>
              </a:rPr>
              <a:t> </a:t>
            </a:r>
            <a:r>
              <a:rPr lang="en-US" dirty="0" err="1">
                <a:solidFill>
                  <a:schemeClr val="lt2"/>
                </a:solidFill>
                <a:sym typeface="Public Sans"/>
              </a:rPr>
              <a:t>yêu</a:t>
            </a:r>
            <a:r>
              <a:rPr lang="en-US" dirty="0">
                <a:solidFill>
                  <a:schemeClr val="lt2"/>
                </a:solidFill>
                <a:sym typeface="Public Sans"/>
              </a:rPr>
              <a:t> </a:t>
            </a:r>
            <a:r>
              <a:rPr lang="en-US" dirty="0" err="1">
                <a:solidFill>
                  <a:schemeClr val="lt2"/>
                </a:solidFill>
                <a:sym typeface="Public Sans"/>
              </a:rPr>
              <a:t>cầu</a:t>
            </a:r>
            <a:r>
              <a:rPr lang="en-US" dirty="0">
                <a:solidFill>
                  <a:schemeClr val="lt2"/>
                </a:solidFill>
                <a:sym typeface="Public Sans"/>
              </a:rPr>
              <a:t> </a:t>
            </a:r>
            <a:r>
              <a:rPr lang="en-US" dirty="0" err="1">
                <a:solidFill>
                  <a:schemeClr val="lt2"/>
                </a:solidFill>
                <a:sym typeface="Public Sans"/>
              </a:rPr>
              <a:t>của</a:t>
            </a:r>
            <a:r>
              <a:rPr lang="en-US" dirty="0">
                <a:solidFill>
                  <a:schemeClr val="lt2"/>
                </a:solidFill>
                <a:sym typeface="Public Sans"/>
              </a:rPr>
              <a:t> </a:t>
            </a:r>
            <a:r>
              <a:rPr lang="vi-VN" dirty="0">
                <a:solidFill>
                  <a:schemeClr val="lt2"/>
                </a:solidFill>
                <a:sym typeface="Public Sans"/>
              </a:rPr>
              <a:t>khách hàng</a:t>
            </a:r>
            <a:endParaRPr lang="en-US" dirty="0">
              <a:solidFill>
                <a:schemeClr val="lt2"/>
              </a:solidFill>
              <a:sym typeface="Public Sans"/>
            </a:endParaRPr>
          </a:p>
        </p:txBody>
      </p:sp>
      <p:sp>
        <p:nvSpPr>
          <p:cNvPr id="8" name="TextBox 7">
            <a:extLst>
              <a:ext uri="{FF2B5EF4-FFF2-40B4-BE49-F238E27FC236}">
                <a16:creationId xmlns:a16="http://schemas.microsoft.com/office/drawing/2014/main" id="{20DB203D-5168-5E00-65F6-2449BFB799AB}"/>
              </a:ext>
            </a:extLst>
          </p:cNvPr>
          <p:cNvSpPr txBox="1"/>
          <p:nvPr/>
        </p:nvSpPr>
        <p:spPr>
          <a:xfrm>
            <a:off x="358251" y="2729229"/>
            <a:ext cx="3854897" cy="1165255"/>
          </a:xfrm>
          <a:prstGeom prst="rect">
            <a:avLst/>
          </a:prstGeom>
          <a:noFill/>
        </p:spPr>
        <p:txBody>
          <a:bodyPr wrap="square">
            <a:spAutoFit/>
          </a:bodyPr>
          <a:lstStyle/>
          <a:p>
            <a:pPr>
              <a:lnSpc>
                <a:spcPct val="115000"/>
              </a:lnSpc>
              <a:spcAft>
                <a:spcPts val="800"/>
              </a:spcAft>
              <a:buNone/>
            </a:pPr>
            <a:r>
              <a:rPr lang="en-US" b="1" dirty="0">
                <a:solidFill>
                  <a:schemeClr val="lt2"/>
                </a:solidFill>
                <a:latin typeface="+mj-lt"/>
                <a:sym typeface="Public Sans"/>
              </a:rPr>
              <a:t>Quản </a:t>
            </a:r>
            <a:r>
              <a:rPr lang="en-US" b="1" dirty="0" err="1">
                <a:solidFill>
                  <a:schemeClr val="lt2"/>
                </a:solidFill>
                <a:latin typeface="+mj-lt"/>
                <a:sym typeface="Public Sans"/>
              </a:rPr>
              <a:t>lý</a:t>
            </a:r>
            <a:r>
              <a:rPr lang="en-US" b="1" dirty="0">
                <a:solidFill>
                  <a:schemeClr val="lt2"/>
                </a:solidFill>
                <a:latin typeface="+mj-lt"/>
                <a:sym typeface="Public Sans"/>
              </a:rPr>
              <a:t> </a:t>
            </a:r>
            <a:r>
              <a:rPr lang="en-US" b="1" dirty="0" err="1">
                <a:solidFill>
                  <a:schemeClr val="lt2"/>
                </a:solidFill>
                <a:latin typeface="+mj-lt"/>
                <a:sym typeface="Public Sans"/>
              </a:rPr>
              <a:t>khách</a:t>
            </a:r>
            <a:r>
              <a:rPr lang="en-US" b="1" dirty="0">
                <a:solidFill>
                  <a:schemeClr val="lt2"/>
                </a:solidFill>
                <a:latin typeface="+mj-lt"/>
                <a:sym typeface="Public Sans"/>
              </a:rPr>
              <a:t> </a:t>
            </a:r>
            <a:r>
              <a:rPr lang="en-US" b="1" dirty="0" err="1">
                <a:solidFill>
                  <a:schemeClr val="lt2"/>
                </a:solidFill>
                <a:latin typeface="+mj-lt"/>
                <a:sym typeface="Public Sans"/>
              </a:rPr>
              <a:t>hàng</a:t>
            </a:r>
            <a:r>
              <a:rPr lang="vi-VN" b="1" dirty="0">
                <a:solidFill>
                  <a:schemeClr val="lt2"/>
                </a:solidFill>
                <a:latin typeface="+mj-lt"/>
                <a:sym typeface="Public Sans"/>
              </a:rPr>
              <a:t> </a:t>
            </a:r>
            <a:endParaRPr lang="en-US" b="1" dirty="0">
              <a:solidFill>
                <a:schemeClr val="lt2"/>
              </a:solidFill>
              <a:latin typeface="+mj-lt"/>
              <a:sym typeface="Public Sans"/>
            </a:endParaRPr>
          </a:p>
          <a:p>
            <a:pPr marL="285750" lvl="0" indent="-285750">
              <a:lnSpc>
                <a:spcPct val="115000"/>
              </a:lnSpc>
              <a:buClr>
                <a:schemeClr val="tx2"/>
              </a:buClr>
              <a:buFont typeface="Wingdings" panose="05000000000000000000" pitchFamily="2" charset="2"/>
              <a:buChar char="v"/>
            </a:pPr>
            <a:r>
              <a:rPr lang="en-US" dirty="0" err="1">
                <a:solidFill>
                  <a:schemeClr val="lt2"/>
                </a:solidFill>
                <a:latin typeface="+mj-lt"/>
                <a:sym typeface="Public Sans"/>
              </a:rPr>
              <a:t>Thêm</a:t>
            </a:r>
            <a:r>
              <a:rPr lang="en-US" dirty="0">
                <a:solidFill>
                  <a:schemeClr val="lt2"/>
                </a:solidFill>
                <a:latin typeface="+mj-lt"/>
                <a:sym typeface="Public Sans"/>
              </a:rPr>
              <a:t>, </a:t>
            </a:r>
            <a:r>
              <a:rPr lang="en-US" dirty="0" err="1">
                <a:solidFill>
                  <a:schemeClr val="lt2"/>
                </a:solidFill>
                <a:latin typeface="+mj-lt"/>
                <a:sym typeface="Public Sans"/>
              </a:rPr>
              <a:t>sửa</a:t>
            </a:r>
            <a:r>
              <a:rPr lang="en-US" dirty="0">
                <a:solidFill>
                  <a:schemeClr val="lt2"/>
                </a:solidFill>
                <a:latin typeface="+mj-lt"/>
                <a:sym typeface="Public Sans"/>
              </a:rPr>
              <a:t>, </a:t>
            </a:r>
            <a:r>
              <a:rPr lang="en-US" dirty="0" err="1">
                <a:solidFill>
                  <a:schemeClr val="lt2"/>
                </a:solidFill>
                <a:latin typeface="+mj-lt"/>
                <a:sym typeface="Public Sans"/>
              </a:rPr>
              <a:t>xóa</a:t>
            </a:r>
            <a:r>
              <a:rPr lang="en-US" dirty="0">
                <a:solidFill>
                  <a:schemeClr val="lt2"/>
                </a:solidFill>
                <a:latin typeface="+mj-lt"/>
                <a:sym typeface="Public Sans"/>
              </a:rPr>
              <a:t> </a:t>
            </a:r>
            <a:r>
              <a:rPr lang="en-US" dirty="0" err="1">
                <a:solidFill>
                  <a:schemeClr val="lt2"/>
                </a:solidFill>
                <a:latin typeface="+mj-lt"/>
                <a:sym typeface="Public Sans"/>
              </a:rPr>
              <a:t>thông</a:t>
            </a:r>
            <a:r>
              <a:rPr lang="en-US" dirty="0">
                <a:solidFill>
                  <a:schemeClr val="lt2"/>
                </a:solidFill>
                <a:latin typeface="+mj-lt"/>
                <a:sym typeface="Public Sans"/>
              </a:rPr>
              <a:t> tin </a:t>
            </a:r>
            <a:r>
              <a:rPr lang="en-US" dirty="0" err="1">
                <a:solidFill>
                  <a:schemeClr val="lt2"/>
                </a:solidFill>
                <a:latin typeface="+mj-lt"/>
                <a:sym typeface="Public Sans"/>
              </a:rPr>
              <a:t>khách</a:t>
            </a:r>
            <a:r>
              <a:rPr lang="en-US" dirty="0">
                <a:solidFill>
                  <a:schemeClr val="lt2"/>
                </a:solidFill>
                <a:latin typeface="+mj-lt"/>
                <a:sym typeface="Public Sans"/>
              </a:rPr>
              <a:t> </a:t>
            </a:r>
            <a:r>
              <a:rPr lang="en-US" dirty="0" err="1">
                <a:solidFill>
                  <a:schemeClr val="lt2"/>
                </a:solidFill>
                <a:latin typeface="+mj-lt"/>
                <a:sym typeface="Public Sans"/>
              </a:rPr>
              <a:t>hàng</a:t>
            </a:r>
            <a:endParaRPr lang="en-US" dirty="0">
              <a:solidFill>
                <a:schemeClr val="lt2"/>
              </a:solidFill>
              <a:latin typeface="+mj-lt"/>
              <a:sym typeface="Public Sans"/>
            </a:endParaRPr>
          </a:p>
          <a:p>
            <a:pPr marL="285750" lvl="0" indent="-285750">
              <a:lnSpc>
                <a:spcPct val="115000"/>
              </a:lnSpc>
              <a:buClr>
                <a:schemeClr val="tx2"/>
              </a:buClr>
              <a:buFont typeface="Wingdings" panose="05000000000000000000" pitchFamily="2" charset="2"/>
              <a:buChar char="v"/>
            </a:pPr>
            <a:r>
              <a:rPr lang="en-US" dirty="0" err="1">
                <a:solidFill>
                  <a:schemeClr val="lt2"/>
                </a:solidFill>
                <a:latin typeface="+mj-lt"/>
                <a:sym typeface="Public Sans"/>
              </a:rPr>
              <a:t>Phân</a:t>
            </a:r>
            <a:r>
              <a:rPr lang="en-US" dirty="0">
                <a:solidFill>
                  <a:schemeClr val="lt2"/>
                </a:solidFill>
                <a:latin typeface="+mj-lt"/>
                <a:sym typeface="Public Sans"/>
              </a:rPr>
              <a:t> </a:t>
            </a:r>
            <a:r>
              <a:rPr lang="en-US" dirty="0" err="1">
                <a:solidFill>
                  <a:schemeClr val="lt2"/>
                </a:solidFill>
                <a:latin typeface="+mj-lt"/>
                <a:sym typeface="Public Sans"/>
              </a:rPr>
              <a:t>hạng</a:t>
            </a:r>
            <a:r>
              <a:rPr lang="en-US" dirty="0">
                <a:solidFill>
                  <a:schemeClr val="lt2"/>
                </a:solidFill>
                <a:latin typeface="+mj-lt"/>
                <a:sym typeface="Public Sans"/>
              </a:rPr>
              <a:t> </a:t>
            </a:r>
            <a:r>
              <a:rPr lang="en-US" dirty="0" err="1">
                <a:solidFill>
                  <a:schemeClr val="lt2"/>
                </a:solidFill>
                <a:latin typeface="+mj-lt"/>
                <a:sym typeface="Public Sans"/>
              </a:rPr>
              <a:t>thành</a:t>
            </a:r>
            <a:r>
              <a:rPr lang="en-US" dirty="0">
                <a:solidFill>
                  <a:schemeClr val="lt2"/>
                </a:solidFill>
                <a:latin typeface="+mj-lt"/>
                <a:sym typeface="Public Sans"/>
              </a:rPr>
              <a:t> </a:t>
            </a:r>
            <a:r>
              <a:rPr lang="en-US" dirty="0" err="1">
                <a:solidFill>
                  <a:schemeClr val="lt2"/>
                </a:solidFill>
                <a:latin typeface="+mj-lt"/>
                <a:sym typeface="Public Sans"/>
              </a:rPr>
              <a:t>viên</a:t>
            </a:r>
            <a:r>
              <a:rPr lang="en-US" dirty="0">
                <a:solidFill>
                  <a:schemeClr val="lt2"/>
                </a:solidFill>
                <a:latin typeface="+mj-lt"/>
                <a:sym typeface="Public Sans"/>
              </a:rPr>
              <a:t> </a:t>
            </a:r>
            <a:endParaRPr lang="vi-VN" dirty="0">
              <a:solidFill>
                <a:schemeClr val="lt2"/>
              </a:solidFill>
              <a:latin typeface="+mj-lt"/>
              <a:sym typeface="Public Sans"/>
            </a:endParaRPr>
          </a:p>
          <a:p>
            <a:pPr marL="285750" lvl="0" indent="-285750">
              <a:lnSpc>
                <a:spcPct val="115000"/>
              </a:lnSpc>
              <a:buClr>
                <a:schemeClr val="tx2"/>
              </a:buClr>
              <a:buFont typeface="Wingdings" panose="05000000000000000000" pitchFamily="2" charset="2"/>
              <a:buChar char="v"/>
            </a:pPr>
            <a:r>
              <a:rPr lang="en-US" dirty="0">
                <a:solidFill>
                  <a:schemeClr val="lt2"/>
                </a:solidFill>
                <a:latin typeface="+mj-lt"/>
                <a:sym typeface="Public Sans"/>
              </a:rPr>
              <a:t>Quản </a:t>
            </a:r>
            <a:r>
              <a:rPr lang="en-US" dirty="0" err="1">
                <a:solidFill>
                  <a:schemeClr val="lt2"/>
                </a:solidFill>
                <a:latin typeface="+mj-lt"/>
                <a:sym typeface="Public Sans"/>
              </a:rPr>
              <a:t>lý</a:t>
            </a:r>
            <a:r>
              <a:rPr lang="en-US" dirty="0">
                <a:solidFill>
                  <a:schemeClr val="lt2"/>
                </a:solidFill>
                <a:latin typeface="+mj-lt"/>
                <a:sym typeface="Public Sans"/>
              </a:rPr>
              <a:t> </a:t>
            </a:r>
            <a:r>
              <a:rPr lang="en-US" dirty="0" err="1">
                <a:solidFill>
                  <a:schemeClr val="lt2"/>
                </a:solidFill>
                <a:latin typeface="+mj-lt"/>
                <a:sym typeface="Public Sans"/>
              </a:rPr>
              <a:t>xe</a:t>
            </a:r>
            <a:r>
              <a:rPr lang="en-US" dirty="0">
                <a:solidFill>
                  <a:schemeClr val="lt2"/>
                </a:solidFill>
                <a:latin typeface="+mj-lt"/>
                <a:sym typeface="Public Sans"/>
              </a:rPr>
              <a:t> </a:t>
            </a:r>
            <a:r>
              <a:rPr lang="en-US" dirty="0" err="1">
                <a:solidFill>
                  <a:schemeClr val="lt2"/>
                </a:solidFill>
                <a:latin typeface="+mj-lt"/>
                <a:sym typeface="Public Sans"/>
              </a:rPr>
              <a:t>của</a:t>
            </a:r>
            <a:r>
              <a:rPr lang="en-US" dirty="0">
                <a:solidFill>
                  <a:schemeClr val="lt2"/>
                </a:solidFill>
                <a:latin typeface="+mj-lt"/>
                <a:sym typeface="Public Sans"/>
              </a:rPr>
              <a:t> </a:t>
            </a:r>
            <a:r>
              <a:rPr lang="en-US" dirty="0" err="1">
                <a:solidFill>
                  <a:schemeClr val="lt2"/>
                </a:solidFill>
                <a:latin typeface="+mj-lt"/>
                <a:sym typeface="Public Sans"/>
              </a:rPr>
              <a:t>khách</a:t>
            </a:r>
            <a:r>
              <a:rPr lang="en-US" dirty="0">
                <a:solidFill>
                  <a:schemeClr val="lt2"/>
                </a:solidFill>
                <a:latin typeface="+mj-lt"/>
                <a:sym typeface="Public Sans"/>
              </a:rPr>
              <a:t> </a:t>
            </a:r>
            <a:r>
              <a:rPr lang="en-US" dirty="0" err="1">
                <a:solidFill>
                  <a:schemeClr val="lt2"/>
                </a:solidFill>
                <a:latin typeface="+mj-lt"/>
                <a:sym typeface="Public Sans"/>
              </a:rPr>
              <a:t>hàng</a:t>
            </a:r>
            <a:endParaRPr lang="en-US" dirty="0">
              <a:solidFill>
                <a:schemeClr val="lt2"/>
              </a:solidFill>
              <a:latin typeface="+mj-lt"/>
              <a:sym typeface="Public Sans"/>
            </a:endParaRPr>
          </a:p>
        </p:txBody>
      </p:sp>
    </p:spTree>
    <p:extLst>
      <p:ext uri="{BB962C8B-B14F-4D97-AF65-F5344CB8AC3E}">
        <p14:creationId xmlns:p14="http://schemas.microsoft.com/office/powerpoint/2010/main" val="38394973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16">
          <a:extLst>
            <a:ext uri="{FF2B5EF4-FFF2-40B4-BE49-F238E27FC236}">
              <a16:creationId xmlns:a16="http://schemas.microsoft.com/office/drawing/2014/main" id="{477DE22F-8591-EA76-C61C-8CECEB8C5311}"/>
            </a:ext>
          </a:extLst>
        </p:cNvPr>
        <p:cNvGrpSpPr/>
        <p:nvPr/>
      </p:nvGrpSpPr>
      <p:grpSpPr>
        <a:xfrm>
          <a:off x="0" y="0"/>
          <a:ext cx="0" cy="0"/>
          <a:chOff x="0" y="0"/>
          <a:chExt cx="0" cy="0"/>
        </a:xfrm>
      </p:grpSpPr>
      <p:sp>
        <p:nvSpPr>
          <p:cNvPr id="617" name="Google Shape;617;p34">
            <a:extLst>
              <a:ext uri="{FF2B5EF4-FFF2-40B4-BE49-F238E27FC236}">
                <a16:creationId xmlns:a16="http://schemas.microsoft.com/office/drawing/2014/main" id="{E11942DE-4D5E-13B1-8121-4577E294A4CB}"/>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US" dirty="0" err="1"/>
              <a:t>Tổng</a:t>
            </a:r>
            <a:r>
              <a:rPr lang="en-US" dirty="0"/>
              <a:t> </a:t>
            </a:r>
            <a:r>
              <a:rPr lang="en-US" dirty="0" err="1"/>
              <a:t>quan</a:t>
            </a:r>
            <a:r>
              <a:rPr lang="en-US" dirty="0"/>
              <a:t> </a:t>
            </a:r>
            <a:r>
              <a:rPr lang="vi-VN" dirty="0"/>
              <a:t>đồ án</a:t>
            </a:r>
            <a:endParaRPr dirty="0"/>
          </a:p>
        </p:txBody>
      </p:sp>
      <p:grpSp>
        <p:nvGrpSpPr>
          <p:cNvPr id="621" name="Google Shape;621;p34">
            <a:extLst>
              <a:ext uri="{FF2B5EF4-FFF2-40B4-BE49-F238E27FC236}">
                <a16:creationId xmlns:a16="http://schemas.microsoft.com/office/drawing/2014/main" id="{64F77311-4C0C-4CB9-5926-3F56C03F633F}"/>
              </a:ext>
            </a:extLst>
          </p:cNvPr>
          <p:cNvGrpSpPr/>
          <p:nvPr/>
        </p:nvGrpSpPr>
        <p:grpSpPr>
          <a:xfrm rot="5400000">
            <a:off x="1896162" y="4388996"/>
            <a:ext cx="86700" cy="709941"/>
            <a:chOff x="8750921" y="3885175"/>
            <a:chExt cx="86700" cy="709941"/>
          </a:xfrm>
        </p:grpSpPr>
        <p:sp>
          <p:nvSpPr>
            <p:cNvPr id="622" name="Google Shape;622;p34">
              <a:extLst>
                <a:ext uri="{FF2B5EF4-FFF2-40B4-BE49-F238E27FC236}">
                  <a16:creationId xmlns:a16="http://schemas.microsoft.com/office/drawing/2014/main" id="{35037383-238C-7FEB-7C50-41BD410F8DF2}"/>
                </a:ext>
              </a:extLst>
            </p:cNvPr>
            <p:cNvSpPr/>
            <p:nvPr/>
          </p:nvSpPr>
          <p:spPr>
            <a:xfrm>
              <a:off x="8750921" y="3885175"/>
              <a:ext cx="86700" cy="864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Times New Roman" panose="02020603050405020304" pitchFamily="18" charset="0"/>
                <a:sym typeface="Public Sans"/>
              </a:endParaRPr>
            </a:p>
          </p:txBody>
        </p:sp>
        <p:sp>
          <p:nvSpPr>
            <p:cNvPr id="623" name="Google Shape;623;p34">
              <a:extLst>
                <a:ext uri="{FF2B5EF4-FFF2-40B4-BE49-F238E27FC236}">
                  <a16:creationId xmlns:a16="http://schemas.microsoft.com/office/drawing/2014/main" id="{C68CCCB7-90C2-26F0-880A-863B82668CD2}"/>
                </a:ext>
              </a:extLst>
            </p:cNvPr>
            <p:cNvSpPr/>
            <p:nvPr/>
          </p:nvSpPr>
          <p:spPr>
            <a:xfrm>
              <a:off x="8750921" y="4196946"/>
              <a:ext cx="86700" cy="864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Times New Roman" panose="02020603050405020304" pitchFamily="18" charset="0"/>
                <a:sym typeface="Public Sans"/>
              </a:endParaRPr>
            </a:p>
          </p:txBody>
        </p:sp>
        <p:sp>
          <p:nvSpPr>
            <p:cNvPr id="624" name="Google Shape;624;p34">
              <a:extLst>
                <a:ext uri="{FF2B5EF4-FFF2-40B4-BE49-F238E27FC236}">
                  <a16:creationId xmlns:a16="http://schemas.microsoft.com/office/drawing/2014/main" id="{05995398-BFAE-0D84-63A4-D1EB94FBBB20}"/>
                </a:ext>
              </a:extLst>
            </p:cNvPr>
            <p:cNvSpPr/>
            <p:nvPr/>
          </p:nvSpPr>
          <p:spPr>
            <a:xfrm>
              <a:off x="8750921" y="4508716"/>
              <a:ext cx="86700" cy="864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Times New Roman" panose="02020603050405020304" pitchFamily="18" charset="0"/>
                <a:sym typeface="Public Sans"/>
              </a:endParaRPr>
            </a:p>
          </p:txBody>
        </p:sp>
      </p:grpSp>
      <p:sp>
        <p:nvSpPr>
          <p:cNvPr id="6" name="TextBox 5">
            <a:extLst>
              <a:ext uri="{FF2B5EF4-FFF2-40B4-BE49-F238E27FC236}">
                <a16:creationId xmlns:a16="http://schemas.microsoft.com/office/drawing/2014/main" id="{CD2C2DCA-0DF7-E98C-D5DA-9449A6306772}"/>
              </a:ext>
            </a:extLst>
          </p:cNvPr>
          <p:cNvSpPr txBox="1"/>
          <p:nvPr/>
        </p:nvSpPr>
        <p:spPr>
          <a:xfrm>
            <a:off x="625809" y="2891215"/>
            <a:ext cx="4165931" cy="1600438"/>
          </a:xfrm>
          <a:prstGeom prst="rect">
            <a:avLst/>
          </a:prstGeom>
          <a:noFill/>
        </p:spPr>
        <p:txBody>
          <a:bodyPr wrap="square">
            <a:spAutoFit/>
          </a:bodyPr>
          <a:lstStyle/>
          <a:p>
            <a:r>
              <a:rPr lang="en-US" b="1" dirty="0">
                <a:solidFill>
                  <a:schemeClr val="tx2">
                    <a:lumMod val="95000"/>
                  </a:schemeClr>
                </a:solidFill>
                <a:latin typeface="+mj-lt"/>
                <a:cs typeface="Times New Roman" panose="02020603050405020304" pitchFamily="18" charset="0"/>
              </a:rPr>
              <a:t>Quản </a:t>
            </a:r>
            <a:r>
              <a:rPr lang="en-US" b="1" dirty="0" err="1">
                <a:solidFill>
                  <a:schemeClr val="tx2">
                    <a:lumMod val="95000"/>
                  </a:schemeClr>
                </a:solidFill>
                <a:latin typeface="+mj-lt"/>
                <a:cs typeface="Times New Roman" panose="02020603050405020304" pitchFamily="18" charset="0"/>
              </a:rPr>
              <a:t>lý</a:t>
            </a:r>
            <a:r>
              <a:rPr lang="en-US" b="1" dirty="0">
                <a:solidFill>
                  <a:schemeClr val="tx2">
                    <a:lumMod val="95000"/>
                  </a:schemeClr>
                </a:solidFill>
                <a:latin typeface="+mj-lt"/>
                <a:cs typeface="Times New Roman" panose="02020603050405020304" pitchFamily="18" charset="0"/>
              </a:rPr>
              <a:t> </a:t>
            </a:r>
            <a:r>
              <a:rPr lang="en-US" b="1" dirty="0" err="1">
                <a:solidFill>
                  <a:schemeClr val="tx2">
                    <a:lumMod val="95000"/>
                  </a:schemeClr>
                </a:solidFill>
                <a:latin typeface="+mj-lt"/>
                <a:cs typeface="Times New Roman" panose="02020603050405020304" pitchFamily="18" charset="0"/>
              </a:rPr>
              <a:t>sửa</a:t>
            </a:r>
            <a:r>
              <a:rPr lang="en-US" b="1" dirty="0">
                <a:solidFill>
                  <a:schemeClr val="tx2">
                    <a:lumMod val="95000"/>
                  </a:schemeClr>
                </a:solidFill>
                <a:latin typeface="+mj-lt"/>
                <a:cs typeface="Times New Roman" panose="02020603050405020304" pitchFamily="18" charset="0"/>
              </a:rPr>
              <a:t> </a:t>
            </a:r>
            <a:r>
              <a:rPr lang="en-US" b="1" dirty="0" err="1">
                <a:solidFill>
                  <a:schemeClr val="tx2">
                    <a:lumMod val="95000"/>
                  </a:schemeClr>
                </a:solidFill>
                <a:latin typeface="+mj-lt"/>
                <a:cs typeface="Times New Roman" panose="02020603050405020304" pitchFamily="18" charset="0"/>
              </a:rPr>
              <a:t>chữa</a:t>
            </a:r>
            <a:r>
              <a:rPr lang="en-US" b="1" dirty="0">
                <a:solidFill>
                  <a:schemeClr val="tx2">
                    <a:lumMod val="95000"/>
                  </a:schemeClr>
                </a:solidFill>
                <a:latin typeface="+mj-lt"/>
                <a:cs typeface="Times New Roman" panose="02020603050405020304" pitchFamily="18" charset="0"/>
              </a:rPr>
              <a:t> (Repair)</a:t>
            </a:r>
            <a:endParaRPr lang="en-US" dirty="0">
              <a:solidFill>
                <a:schemeClr val="tx2">
                  <a:lumMod val="95000"/>
                </a:schemeClr>
              </a:solidFill>
              <a:latin typeface="+mj-lt"/>
              <a:cs typeface="Times New Roman" panose="02020603050405020304" pitchFamily="18" charset="0"/>
            </a:endParaRPr>
          </a:p>
          <a:p>
            <a:pPr marL="285750" lvl="0" indent="-285750">
              <a:buClr>
                <a:schemeClr val="tx2"/>
              </a:buClr>
              <a:buFont typeface="Wingdings" panose="05000000000000000000" pitchFamily="2" charset="2"/>
              <a:buChar char="v"/>
            </a:pPr>
            <a:r>
              <a:rPr lang="en-US" dirty="0" err="1">
                <a:solidFill>
                  <a:schemeClr val="tx2">
                    <a:lumMod val="95000"/>
                  </a:schemeClr>
                </a:solidFill>
                <a:latin typeface="+mj-lt"/>
                <a:cs typeface="Times New Roman" panose="02020603050405020304" pitchFamily="18" charset="0"/>
              </a:rPr>
              <a:t>Tạo</a:t>
            </a:r>
            <a:r>
              <a:rPr lang="en-US" dirty="0">
                <a:solidFill>
                  <a:schemeClr val="tx2">
                    <a:lumMod val="95000"/>
                  </a:schemeClr>
                </a:solidFill>
                <a:latin typeface="+mj-lt"/>
                <a:cs typeface="Times New Roman" panose="02020603050405020304" pitchFamily="18" charset="0"/>
              </a:rPr>
              <a:t> </a:t>
            </a:r>
            <a:r>
              <a:rPr lang="en-US" dirty="0" err="1">
                <a:solidFill>
                  <a:schemeClr val="tx2">
                    <a:lumMod val="95000"/>
                  </a:schemeClr>
                </a:solidFill>
                <a:latin typeface="+mj-lt"/>
                <a:cs typeface="Times New Roman" panose="02020603050405020304" pitchFamily="18" charset="0"/>
              </a:rPr>
              <a:t>phiếu</a:t>
            </a:r>
            <a:r>
              <a:rPr lang="en-US" dirty="0">
                <a:solidFill>
                  <a:schemeClr val="tx2">
                    <a:lumMod val="95000"/>
                  </a:schemeClr>
                </a:solidFill>
                <a:latin typeface="+mj-lt"/>
                <a:cs typeface="Times New Roman" panose="02020603050405020304" pitchFamily="18" charset="0"/>
              </a:rPr>
              <a:t> </a:t>
            </a:r>
            <a:r>
              <a:rPr lang="en-US" dirty="0" err="1">
                <a:solidFill>
                  <a:schemeClr val="tx2">
                    <a:lumMod val="95000"/>
                  </a:schemeClr>
                </a:solidFill>
                <a:latin typeface="+mj-lt"/>
                <a:cs typeface="Times New Roman" panose="02020603050405020304" pitchFamily="18" charset="0"/>
              </a:rPr>
              <a:t>sửa</a:t>
            </a:r>
            <a:r>
              <a:rPr lang="en-US" dirty="0">
                <a:solidFill>
                  <a:schemeClr val="tx2">
                    <a:lumMod val="95000"/>
                  </a:schemeClr>
                </a:solidFill>
                <a:latin typeface="+mj-lt"/>
                <a:cs typeface="Times New Roman" panose="02020603050405020304" pitchFamily="18" charset="0"/>
              </a:rPr>
              <a:t> </a:t>
            </a:r>
            <a:r>
              <a:rPr lang="en-US" dirty="0" err="1">
                <a:solidFill>
                  <a:schemeClr val="tx2">
                    <a:lumMod val="95000"/>
                  </a:schemeClr>
                </a:solidFill>
                <a:latin typeface="+mj-lt"/>
                <a:cs typeface="Times New Roman" panose="02020603050405020304" pitchFamily="18" charset="0"/>
              </a:rPr>
              <a:t>chữa</a:t>
            </a:r>
            <a:endParaRPr lang="en-US" dirty="0">
              <a:solidFill>
                <a:schemeClr val="tx2">
                  <a:lumMod val="95000"/>
                </a:schemeClr>
              </a:solidFill>
              <a:latin typeface="+mj-lt"/>
              <a:cs typeface="Times New Roman" panose="02020603050405020304" pitchFamily="18" charset="0"/>
            </a:endParaRPr>
          </a:p>
          <a:p>
            <a:pPr marL="285750" lvl="0" indent="-285750">
              <a:buClr>
                <a:schemeClr val="tx2"/>
              </a:buClr>
              <a:buFont typeface="Wingdings" panose="05000000000000000000" pitchFamily="2" charset="2"/>
              <a:buChar char="v"/>
            </a:pPr>
            <a:r>
              <a:rPr lang="en-US" dirty="0">
                <a:solidFill>
                  <a:schemeClr val="tx2">
                    <a:lumMod val="95000"/>
                  </a:schemeClr>
                </a:solidFill>
                <a:latin typeface="+mj-lt"/>
                <a:cs typeface="Times New Roman" panose="02020603050405020304" pitchFamily="18" charset="0"/>
              </a:rPr>
              <a:t>Quản </a:t>
            </a:r>
            <a:r>
              <a:rPr lang="en-US" dirty="0" err="1">
                <a:solidFill>
                  <a:schemeClr val="tx2">
                    <a:lumMod val="95000"/>
                  </a:schemeClr>
                </a:solidFill>
                <a:latin typeface="+mj-lt"/>
                <a:cs typeface="Times New Roman" panose="02020603050405020304" pitchFamily="18" charset="0"/>
              </a:rPr>
              <a:t>lý</a:t>
            </a:r>
            <a:r>
              <a:rPr lang="en-US" dirty="0">
                <a:solidFill>
                  <a:schemeClr val="tx2">
                    <a:lumMod val="95000"/>
                  </a:schemeClr>
                </a:solidFill>
                <a:latin typeface="+mj-lt"/>
                <a:cs typeface="Times New Roman" panose="02020603050405020304" pitchFamily="18" charset="0"/>
              </a:rPr>
              <a:t> </a:t>
            </a:r>
            <a:r>
              <a:rPr lang="en-US" dirty="0" err="1">
                <a:solidFill>
                  <a:schemeClr val="tx2">
                    <a:lumMod val="95000"/>
                  </a:schemeClr>
                </a:solidFill>
                <a:latin typeface="+mj-lt"/>
                <a:cs typeface="Times New Roman" panose="02020603050405020304" pitchFamily="18" charset="0"/>
              </a:rPr>
              <a:t>danh</a:t>
            </a:r>
            <a:r>
              <a:rPr lang="en-US" dirty="0">
                <a:solidFill>
                  <a:schemeClr val="tx2">
                    <a:lumMod val="95000"/>
                  </a:schemeClr>
                </a:solidFill>
                <a:latin typeface="+mj-lt"/>
                <a:cs typeface="Times New Roman" panose="02020603050405020304" pitchFamily="18" charset="0"/>
              </a:rPr>
              <a:t> </a:t>
            </a:r>
            <a:r>
              <a:rPr lang="en-US" dirty="0" err="1">
                <a:solidFill>
                  <a:schemeClr val="tx2">
                    <a:lumMod val="95000"/>
                  </a:schemeClr>
                </a:solidFill>
                <a:latin typeface="+mj-lt"/>
                <a:cs typeface="Times New Roman" panose="02020603050405020304" pitchFamily="18" charset="0"/>
              </a:rPr>
              <a:t>sách</a:t>
            </a:r>
            <a:r>
              <a:rPr lang="en-US" dirty="0">
                <a:solidFill>
                  <a:schemeClr val="tx2">
                    <a:lumMod val="95000"/>
                  </a:schemeClr>
                </a:solidFill>
                <a:latin typeface="+mj-lt"/>
                <a:cs typeface="Times New Roman" panose="02020603050405020304" pitchFamily="18" charset="0"/>
              </a:rPr>
              <a:t> </a:t>
            </a:r>
            <a:r>
              <a:rPr lang="en-US" dirty="0" err="1">
                <a:solidFill>
                  <a:schemeClr val="tx2">
                    <a:lumMod val="95000"/>
                  </a:schemeClr>
                </a:solidFill>
                <a:latin typeface="+mj-lt"/>
                <a:cs typeface="Times New Roman" panose="02020603050405020304" pitchFamily="18" charset="0"/>
              </a:rPr>
              <a:t>dịch</a:t>
            </a:r>
            <a:r>
              <a:rPr lang="en-US" dirty="0">
                <a:solidFill>
                  <a:schemeClr val="tx2">
                    <a:lumMod val="95000"/>
                  </a:schemeClr>
                </a:solidFill>
                <a:latin typeface="+mj-lt"/>
                <a:cs typeface="Times New Roman" panose="02020603050405020304" pitchFamily="18" charset="0"/>
              </a:rPr>
              <a:t> </a:t>
            </a:r>
            <a:r>
              <a:rPr lang="en-US" dirty="0" err="1">
                <a:solidFill>
                  <a:schemeClr val="tx2">
                    <a:lumMod val="95000"/>
                  </a:schemeClr>
                </a:solidFill>
                <a:latin typeface="+mj-lt"/>
                <a:cs typeface="Times New Roman" panose="02020603050405020304" pitchFamily="18" charset="0"/>
              </a:rPr>
              <a:t>vụ</a:t>
            </a:r>
            <a:r>
              <a:rPr lang="en-US" dirty="0">
                <a:solidFill>
                  <a:schemeClr val="tx2">
                    <a:lumMod val="95000"/>
                  </a:schemeClr>
                </a:solidFill>
                <a:latin typeface="+mj-lt"/>
                <a:cs typeface="Times New Roman" panose="02020603050405020304" pitchFamily="18" charset="0"/>
              </a:rPr>
              <a:t> &amp; </a:t>
            </a:r>
            <a:r>
              <a:rPr lang="en-US" dirty="0" err="1">
                <a:solidFill>
                  <a:schemeClr val="tx2">
                    <a:lumMod val="95000"/>
                  </a:schemeClr>
                </a:solidFill>
                <a:latin typeface="+mj-lt"/>
                <a:cs typeface="Times New Roman" panose="02020603050405020304" pitchFamily="18" charset="0"/>
              </a:rPr>
              <a:t>phụ</a:t>
            </a:r>
            <a:r>
              <a:rPr lang="en-US" dirty="0">
                <a:solidFill>
                  <a:schemeClr val="tx2">
                    <a:lumMod val="95000"/>
                  </a:schemeClr>
                </a:solidFill>
                <a:latin typeface="+mj-lt"/>
                <a:cs typeface="Times New Roman" panose="02020603050405020304" pitchFamily="18" charset="0"/>
              </a:rPr>
              <a:t> </a:t>
            </a:r>
            <a:r>
              <a:rPr lang="en-US" dirty="0" err="1">
                <a:solidFill>
                  <a:schemeClr val="tx2">
                    <a:lumMod val="95000"/>
                  </a:schemeClr>
                </a:solidFill>
                <a:latin typeface="+mj-lt"/>
                <a:cs typeface="Times New Roman" panose="02020603050405020304" pitchFamily="18" charset="0"/>
              </a:rPr>
              <a:t>tùng</a:t>
            </a:r>
            <a:endParaRPr lang="en-US" dirty="0">
              <a:solidFill>
                <a:schemeClr val="tx2">
                  <a:lumMod val="95000"/>
                </a:schemeClr>
              </a:solidFill>
              <a:latin typeface="+mj-lt"/>
              <a:cs typeface="Times New Roman" panose="02020603050405020304" pitchFamily="18" charset="0"/>
            </a:endParaRPr>
          </a:p>
          <a:p>
            <a:pPr marL="285750" lvl="0" indent="-285750">
              <a:buClr>
                <a:schemeClr val="tx2"/>
              </a:buClr>
              <a:buFont typeface="Wingdings" panose="05000000000000000000" pitchFamily="2" charset="2"/>
              <a:buChar char="v"/>
            </a:pPr>
            <a:r>
              <a:rPr lang="en-US" dirty="0" err="1">
                <a:solidFill>
                  <a:schemeClr val="tx2">
                    <a:lumMod val="95000"/>
                  </a:schemeClr>
                </a:solidFill>
                <a:latin typeface="+mj-lt"/>
                <a:cs typeface="Times New Roman" panose="02020603050405020304" pitchFamily="18" charset="0"/>
              </a:rPr>
              <a:t>Trạng</a:t>
            </a:r>
            <a:r>
              <a:rPr lang="en-US" dirty="0">
                <a:solidFill>
                  <a:schemeClr val="tx2">
                    <a:lumMod val="95000"/>
                  </a:schemeClr>
                </a:solidFill>
                <a:latin typeface="+mj-lt"/>
                <a:cs typeface="Times New Roman" panose="02020603050405020304" pitchFamily="18" charset="0"/>
              </a:rPr>
              <a:t> </a:t>
            </a:r>
            <a:r>
              <a:rPr lang="en-US" dirty="0" err="1">
                <a:solidFill>
                  <a:schemeClr val="tx2">
                    <a:lumMod val="95000"/>
                  </a:schemeClr>
                </a:solidFill>
                <a:latin typeface="+mj-lt"/>
                <a:cs typeface="Times New Roman" panose="02020603050405020304" pitchFamily="18" charset="0"/>
              </a:rPr>
              <a:t>thái</a:t>
            </a:r>
            <a:r>
              <a:rPr lang="en-US" dirty="0">
                <a:solidFill>
                  <a:schemeClr val="tx2">
                    <a:lumMod val="95000"/>
                  </a:schemeClr>
                </a:solidFill>
                <a:latin typeface="+mj-lt"/>
                <a:cs typeface="Times New Roman" panose="02020603050405020304" pitchFamily="18" charset="0"/>
              </a:rPr>
              <a:t> </a:t>
            </a:r>
            <a:r>
              <a:rPr lang="en-US" dirty="0" err="1">
                <a:solidFill>
                  <a:schemeClr val="tx2">
                    <a:lumMod val="95000"/>
                  </a:schemeClr>
                </a:solidFill>
                <a:latin typeface="+mj-lt"/>
                <a:cs typeface="Times New Roman" panose="02020603050405020304" pitchFamily="18" charset="0"/>
              </a:rPr>
              <a:t>phiếu</a:t>
            </a:r>
            <a:r>
              <a:rPr lang="en-US" dirty="0">
                <a:solidFill>
                  <a:schemeClr val="tx2">
                    <a:lumMod val="95000"/>
                  </a:schemeClr>
                </a:solidFill>
                <a:latin typeface="+mj-lt"/>
                <a:cs typeface="Times New Roman" panose="02020603050405020304" pitchFamily="18" charset="0"/>
              </a:rPr>
              <a:t> </a:t>
            </a:r>
            <a:endParaRPr lang="vi-VN" dirty="0">
              <a:solidFill>
                <a:schemeClr val="tx2">
                  <a:lumMod val="95000"/>
                </a:schemeClr>
              </a:solidFill>
              <a:latin typeface="+mj-lt"/>
              <a:cs typeface="Times New Roman" panose="02020603050405020304" pitchFamily="18" charset="0"/>
            </a:endParaRPr>
          </a:p>
          <a:p>
            <a:pPr marL="285750" lvl="0" indent="-285750">
              <a:buClr>
                <a:schemeClr val="tx2"/>
              </a:buClr>
              <a:buFont typeface="Wingdings" panose="05000000000000000000" pitchFamily="2" charset="2"/>
              <a:buChar char="v"/>
            </a:pPr>
            <a:r>
              <a:rPr lang="en-US" dirty="0" err="1">
                <a:solidFill>
                  <a:schemeClr val="tx2">
                    <a:lumMod val="95000"/>
                  </a:schemeClr>
                </a:solidFill>
                <a:latin typeface="+mj-lt"/>
                <a:cs typeface="Times New Roman" panose="02020603050405020304" pitchFamily="18" charset="0"/>
              </a:rPr>
              <a:t>Kỹ</a:t>
            </a:r>
            <a:r>
              <a:rPr lang="en-US" dirty="0">
                <a:solidFill>
                  <a:schemeClr val="tx2">
                    <a:lumMod val="95000"/>
                  </a:schemeClr>
                </a:solidFill>
                <a:latin typeface="+mj-lt"/>
                <a:cs typeface="Times New Roman" panose="02020603050405020304" pitchFamily="18" charset="0"/>
              </a:rPr>
              <a:t> </a:t>
            </a:r>
            <a:r>
              <a:rPr lang="en-US" dirty="0" err="1">
                <a:solidFill>
                  <a:schemeClr val="tx2">
                    <a:lumMod val="95000"/>
                  </a:schemeClr>
                </a:solidFill>
                <a:latin typeface="+mj-lt"/>
                <a:cs typeface="Times New Roman" panose="02020603050405020304" pitchFamily="18" charset="0"/>
              </a:rPr>
              <a:t>thuật</a:t>
            </a:r>
            <a:r>
              <a:rPr lang="en-US" dirty="0">
                <a:solidFill>
                  <a:schemeClr val="tx2">
                    <a:lumMod val="95000"/>
                  </a:schemeClr>
                </a:solidFill>
                <a:latin typeface="+mj-lt"/>
                <a:cs typeface="Times New Roman" panose="02020603050405020304" pitchFamily="18" charset="0"/>
              </a:rPr>
              <a:t> </a:t>
            </a:r>
            <a:r>
              <a:rPr lang="en-US" dirty="0" err="1">
                <a:solidFill>
                  <a:schemeClr val="tx2">
                    <a:lumMod val="95000"/>
                  </a:schemeClr>
                </a:solidFill>
                <a:latin typeface="+mj-lt"/>
                <a:cs typeface="Times New Roman" panose="02020603050405020304" pitchFamily="18" charset="0"/>
              </a:rPr>
              <a:t>viên</a:t>
            </a:r>
            <a:r>
              <a:rPr lang="en-US" dirty="0">
                <a:solidFill>
                  <a:schemeClr val="tx2">
                    <a:lumMod val="95000"/>
                  </a:schemeClr>
                </a:solidFill>
                <a:latin typeface="+mj-lt"/>
                <a:cs typeface="Times New Roman" panose="02020603050405020304" pitchFamily="18" charset="0"/>
              </a:rPr>
              <a:t> </a:t>
            </a:r>
            <a:r>
              <a:rPr lang="en-US" dirty="0" err="1">
                <a:solidFill>
                  <a:schemeClr val="tx2">
                    <a:lumMod val="95000"/>
                  </a:schemeClr>
                </a:solidFill>
                <a:latin typeface="+mj-lt"/>
                <a:cs typeface="Times New Roman" panose="02020603050405020304" pitchFamily="18" charset="0"/>
              </a:rPr>
              <a:t>cập</a:t>
            </a:r>
            <a:r>
              <a:rPr lang="en-US" dirty="0">
                <a:solidFill>
                  <a:schemeClr val="tx2">
                    <a:lumMod val="95000"/>
                  </a:schemeClr>
                </a:solidFill>
                <a:latin typeface="+mj-lt"/>
                <a:cs typeface="Times New Roman" panose="02020603050405020304" pitchFamily="18" charset="0"/>
              </a:rPr>
              <a:t> </a:t>
            </a:r>
            <a:r>
              <a:rPr lang="en-US" dirty="0" err="1">
                <a:solidFill>
                  <a:schemeClr val="tx2">
                    <a:lumMod val="95000"/>
                  </a:schemeClr>
                </a:solidFill>
                <a:latin typeface="+mj-lt"/>
                <a:cs typeface="Times New Roman" panose="02020603050405020304" pitchFamily="18" charset="0"/>
              </a:rPr>
              <a:t>nhật</a:t>
            </a:r>
            <a:r>
              <a:rPr lang="en-US" dirty="0">
                <a:solidFill>
                  <a:schemeClr val="tx2">
                    <a:lumMod val="95000"/>
                  </a:schemeClr>
                </a:solidFill>
                <a:latin typeface="+mj-lt"/>
                <a:cs typeface="Times New Roman" panose="02020603050405020304" pitchFamily="18" charset="0"/>
              </a:rPr>
              <a:t> </a:t>
            </a:r>
            <a:r>
              <a:rPr lang="en-US" dirty="0" err="1">
                <a:solidFill>
                  <a:schemeClr val="tx2">
                    <a:lumMod val="95000"/>
                  </a:schemeClr>
                </a:solidFill>
                <a:latin typeface="+mj-lt"/>
                <a:cs typeface="Times New Roman" panose="02020603050405020304" pitchFamily="18" charset="0"/>
              </a:rPr>
              <a:t>tiến</a:t>
            </a:r>
            <a:r>
              <a:rPr lang="en-US" dirty="0">
                <a:solidFill>
                  <a:schemeClr val="tx2">
                    <a:lumMod val="95000"/>
                  </a:schemeClr>
                </a:solidFill>
                <a:latin typeface="+mj-lt"/>
                <a:cs typeface="Times New Roman" panose="02020603050405020304" pitchFamily="18" charset="0"/>
              </a:rPr>
              <a:t> </a:t>
            </a:r>
            <a:r>
              <a:rPr lang="en-US" dirty="0" err="1">
                <a:solidFill>
                  <a:schemeClr val="tx2">
                    <a:lumMod val="95000"/>
                  </a:schemeClr>
                </a:solidFill>
                <a:latin typeface="+mj-lt"/>
                <a:cs typeface="Times New Roman" panose="02020603050405020304" pitchFamily="18" charset="0"/>
              </a:rPr>
              <a:t>độ</a:t>
            </a:r>
            <a:r>
              <a:rPr lang="en-US" dirty="0">
                <a:solidFill>
                  <a:schemeClr val="tx2">
                    <a:lumMod val="95000"/>
                  </a:schemeClr>
                </a:solidFill>
                <a:latin typeface="+mj-lt"/>
                <a:cs typeface="Times New Roman" panose="02020603050405020304" pitchFamily="18" charset="0"/>
              </a:rPr>
              <a:t> </a:t>
            </a:r>
            <a:r>
              <a:rPr lang="en-US" dirty="0" err="1">
                <a:solidFill>
                  <a:schemeClr val="tx2">
                    <a:lumMod val="95000"/>
                  </a:schemeClr>
                </a:solidFill>
                <a:latin typeface="+mj-lt"/>
                <a:cs typeface="Times New Roman" panose="02020603050405020304" pitchFamily="18" charset="0"/>
              </a:rPr>
              <a:t>sửa</a:t>
            </a:r>
            <a:r>
              <a:rPr lang="en-US" dirty="0">
                <a:solidFill>
                  <a:schemeClr val="tx2">
                    <a:lumMod val="95000"/>
                  </a:schemeClr>
                </a:solidFill>
                <a:latin typeface="+mj-lt"/>
                <a:cs typeface="Times New Roman" panose="02020603050405020304" pitchFamily="18" charset="0"/>
              </a:rPr>
              <a:t> </a:t>
            </a:r>
            <a:r>
              <a:rPr lang="en-US" dirty="0" err="1">
                <a:solidFill>
                  <a:schemeClr val="tx2">
                    <a:lumMod val="95000"/>
                  </a:schemeClr>
                </a:solidFill>
                <a:latin typeface="+mj-lt"/>
                <a:cs typeface="Times New Roman" panose="02020603050405020304" pitchFamily="18" charset="0"/>
              </a:rPr>
              <a:t>chữa</a:t>
            </a:r>
            <a:endParaRPr lang="en-US" dirty="0">
              <a:solidFill>
                <a:schemeClr val="tx2">
                  <a:lumMod val="95000"/>
                </a:schemeClr>
              </a:solidFill>
              <a:latin typeface="+mj-lt"/>
              <a:cs typeface="Times New Roman" panose="02020603050405020304" pitchFamily="18" charset="0"/>
            </a:endParaRPr>
          </a:p>
          <a:p>
            <a:pPr marL="285750" indent="-285750">
              <a:buClr>
                <a:schemeClr val="tx2"/>
              </a:buClr>
              <a:buFont typeface="Wingdings" panose="05000000000000000000" pitchFamily="2" charset="2"/>
              <a:buChar char="v"/>
            </a:pPr>
            <a:r>
              <a:rPr lang="en-US" dirty="0" err="1">
                <a:solidFill>
                  <a:schemeClr val="tx2">
                    <a:lumMod val="95000"/>
                  </a:schemeClr>
                </a:solidFill>
                <a:latin typeface="+mj-lt"/>
                <a:cs typeface="Times New Roman" panose="02020603050405020304" pitchFamily="18" charset="0"/>
              </a:rPr>
              <a:t>Tích</a:t>
            </a:r>
            <a:r>
              <a:rPr lang="en-US" dirty="0">
                <a:solidFill>
                  <a:schemeClr val="tx2">
                    <a:lumMod val="95000"/>
                  </a:schemeClr>
                </a:solidFill>
                <a:latin typeface="+mj-lt"/>
                <a:cs typeface="Times New Roman" panose="02020603050405020304" pitchFamily="18" charset="0"/>
              </a:rPr>
              <a:t> </a:t>
            </a:r>
            <a:r>
              <a:rPr lang="en-US" dirty="0" err="1">
                <a:solidFill>
                  <a:schemeClr val="tx2">
                    <a:lumMod val="95000"/>
                  </a:schemeClr>
                </a:solidFill>
                <a:latin typeface="+mj-lt"/>
                <a:cs typeface="Times New Roman" panose="02020603050405020304" pitchFamily="18" charset="0"/>
              </a:rPr>
              <a:t>hợp</a:t>
            </a:r>
            <a:r>
              <a:rPr lang="en-US" dirty="0">
                <a:solidFill>
                  <a:schemeClr val="tx2">
                    <a:lumMod val="95000"/>
                  </a:schemeClr>
                </a:solidFill>
                <a:latin typeface="+mj-lt"/>
                <a:cs typeface="Times New Roman" panose="02020603050405020304" pitchFamily="18" charset="0"/>
              </a:rPr>
              <a:t> AI: </a:t>
            </a:r>
            <a:r>
              <a:rPr lang="en-US" dirty="0" err="1">
                <a:solidFill>
                  <a:schemeClr val="tx2">
                    <a:lumMod val="95000"/>
                  </a:schemeClr>
                </a:solidFill>
                <a:latin typeface="+mj-lt"/>
                <a:cs typeface="Times New Roman" panose="02020603050405020304" pitchFamily="18" charset="0"/>
              </a:rPr>
              <a:t>Phân</a:t>
            </a:r>
            <a:r>
              <a:rPr lang="en-US" dirty="0">
                <a:solidFill>
                  <a:schemeClr val="tx2">
                    <a:lumMod val="95000"/>
                  </a:schemeClr>
                </a:solidFill>
                <a:latin typeface="+mj-lt"/>
                <a:cs typeface="Times New Roman" panose="02020603050405020304" pitchFamily="18" charset="0"/>
              </a:rPr>
              <a:t> </a:t>
            </a:r>
            <a:r>
              <a:rPr lang="en-US" dirty="0" err="1">
                <a:solidFill>
                  <a:schemeClr val="tx2">
                    <a:lumMod val="95000"/>
                  </a:schemeClr>
                </a:solidFill>
                <a:latin typeface="+mj-lt"/>
                <a:cs typeface="Times New Roman" panose="02020603050405020304" pitchFamily="18" charset="0"/>
              </a:rPr>
              <a:t>tích</a:t>
            </a:r>
            <a:r>
              <a:rPr lang="en-US" dirty="0">
                <a:solidFill>
                  <a:schemeClr val="tx2">
                    <a:lumMod val="95000"/>
                  </a:schemeClr>
                </a:solidFill>
                <a:latin typeface="+mj-lt"/>
                <a:cs typeface="Times New Roman" panose="02020603050405020304" pitchFamily="18" charset="0"/>
              </a:rPr>
              <a:t> </a:t>
            </a:r>
            <a:r>
              <a:rPr lang="en-US" dirty="0" err="1">
                <a:solidFill>
                  <a:schemeClr val="tx2">
                    <a:lumMod val="95000"/>
                  </a:schemeClr>
                </a:solidFill>
                <a:latin typeface="+mj-lt"/>
                <a:cs typeface="Times New Roman" panose="02020603050405020304" pitchFamily="18" charset="0"/>
              </a:rPr>
              <a:t>lỗi</a:t>
            </a:r>
            <a:r>
              <a:rPr lang="en-US" dirty="0">
                <a:solidFill>
                  <a:schemeClr val="tx2">
                    <a:lumMod val="95000"/>
                  </a:schemeClr>
                </a:solidFill>
                <a:latin typeface="+mj-lt"/>
                <a:cs typeface="Times New Roman" panose="02020603050405020304" pitchFamily="18" charset="0"/>
              </a:rPr>
              <a:t> </a:t>
            </a:r>
            <a:r>
              <a:rPr lang="en-US" dirty="0" err="1">
                <a:solidFill>
                  <a:schemeClr val="tx2">
                    <a:lumMod val="95000"/>
                  </a:schemeClr>
                </a:solidFill>
                <a:latin typeface="+mj-lt"/>
                <a:cs typeface="Times New Roman" panose="02020603050405020304" pitchFamily="18" charset="0"/>
              </a:rPr>
              <a:t>xe</a:t>
            </a:r>
            <a:r>
              <a:rPr lang="en-US" dirty="0">
                <a:solidFill>
                  <a:schemeClr val="tx2">
                    <a:lumMod val="95000"/>
                  </a:schemeClr>
                </a:solidFill>
                <a:latin typeface="+mj-lt"/>
                <a:cs typeface="Times New Roman" panose="02020603050405020304" pitchFamily="18" charset="0"/>
              </a:rPr>
              <a:t> </a:t>
            </a:r>
            <a:r>
              <a:rPr lang="en-US" dirty="0" err="1">
                <a:solidFill>
                  <a:schemeClr val="tx2">
                    <a:lumMod val="95000"/>
                  </a:schemeClr>
                </a:solidFill>
                <a:latin typeface="+mj-lt"/>
                <a:cs typeface="Times New Roman" panose="02020603050405020304" pitchFamily="18" charset="0"/>
              </a:rPr>
              <a:t>từ</a:t>
            </a:r>
            <a:r>
              <a:rPr lang="en-US" dirty="0">
                <a:solidFill>
                  <a:schemeClr val="tx2">
                    <a:lumMod val="95000"/>
                  </a:schemeClr>
                </a:solidFill>
                <a:latin typeface="+mj-lt"/>
                <a:cs typeface="Times New Roman" panose="02020603050405020304" pitchFamily="18" charset="0"/>
              </a:rPr>
              <a:t> </a:t>
            </a:r>
            <a:r>
              <a:rPr lang="en-US" dirty="0" err="1">
                <a:solidFill>
                  <a:schemeClr val="tx2">
                    <a:lumMod val="95000"/>
                  </a:schemeClr>
                </a:solidFill>
                <a:latin typeface="+mj-lt"/>
                <a:cs typeface="Times New Roman" panose="02020603050405020304" pitchFamily="18" charset="0"/>
              </a:rPr>
              <a:t>mô</a:t>
            </a:r>
            <a:r>
              <a:rPr lang="en-US" dirty="0">
                <a:solidFill>
                  <a:schemeClr val="tx2">
                    <a:lumMod val="95000"/>
                  </a:schemeClr>
                </a:solidFill>
                <a:latin typeface="+mj-lt"/>
                <a:cs typeface="Times New Roman" panose="02020603050405020304" pitchFamily="18" charset="0"/>
              </a:rPr>
              <a:t> </a:t>
            </a:r>
            <a:r>
              <a:rPr lang="en-US" dirty="0" err="1">
                <a:solidFill>
                  <a:schemeClr val="tx2">
                    <a:lumMod val="95000"/>
                  </a:schemeClr>
                </a:solidFill>
                <a:latin typeface="+mj-lt"/>
                <a:cs typeface="Times New Roman" panose="02020603050405020304" pitchFamily="18" charset="0"/>
              </a:rPr>
              <a:t>tả</a:t>
            </a:r>
            <a:r>
              <a:rPr lang="en-US" dirty="0">
                <a:solidFill>
                  <a:schemeClr val="tx2">
                    <a:lumMod val="95000"/>
                  </a:schemeClr>
                </a:solidFill>
                <a:latin typeface="+mj-lt"/>
                <a:cs typeface="Times New Roman" panose="02020603050405020304" pitchFamily="18" charset="0"/>
              </a:rPr>
              <a:t> </a:t>
            </a:r>
            <a:r>
              <a:rPr lang="vi-VN" dirty="0">
                <a:solidFill>
                  <a:schemeClr val="tx2">
                    <a:lumMod val="95000"/>
                  </a:schemeClr>
                </a:solidFill>
                <a:latin typeface="+mj-lt"/>
                <a:cs typeface="Times New Roman" panose="02020603050405020304" pitchFamily="18" charset="0"/>
              </a:rPr>
              <a:t>-&gt;</a:t>
            </a:r>
            <a:r>
              <a:rPr lang="en-US" dirty="0">
                <a:solidFill>
                  <a:schemeClr val="tx2">
                    <a:lumMod val="95000"/>
                  </a:schemeClr>
                </a:solidFill>
                <a:latin typeface="+mj-lt"/>
                <a:cs typeface="Times New Roman" panose="02020603050405020304" pitchFamily="18" charset="0"/>
              </a:rPr>
              <a:t> </a:t>
            </a:r>
            <a:r>
              <a:rPr lang="en-US" dirty="0" err="1">
                <a:solidFill>
                  <a:schemeClr val="tx2">
                    <a:lumMod val="95000"/>
                  </a:schemeClr>
                </a:solidFill>
                <a:latin typeface="+mj-lt"/>
                <a:cs typeface="Times New Roman" panose="02020603050405020304" pitchFamily="18" charset="0"/>
              </a:rPr>
              <a:t>gợi</a:t>
            </a:r>
            <a:r>
              <a:rPr lang="en-US" dirty="0">
                <a:solidFill>
                  <a:schemeClr val="tx2">
                    <a:lumMod val="95000"/>
                  </a:schemeClr>
                </a:solidFill>
                <a:latin typeface="+mj-lt"/>
                <a:cs typeface="Times New Roman" panose="02020603050405020304" pitchFamily="18" charset="0"/>
              </a:rPr>
              <a:t> ý </a:t>
            </a:r>
            <a:r>
              <a:rPr lang="en-US" dirty="0" err="1">
                <a:solidFill>
                  <a:schemeClr val="tx2">
                    <a:lumMod val="95000"/>
                  </a:schemeClr>
                </a:solidFill>
                <a:latin typeface="+mj-lt"/>
                <a:cs typeface="Times New Roman" panose="02020603050405020304" pitchFamily="18" charset="0"/>
              </a:rPr>
              <a:t>dịch</a:t>
            </a:r>
            <a:r>
              <a:rPr lang="en-US" dirty="0">
                <a:solidFill>
                  <a:schemeClr val="tx2">
                    <a:lumMod val="95000"/>
                  </a:schemeClr>
                </a:solidFill>
                <a:latin typeface="+mj-lt"/>
                <a:cs typeface="Times New Roman" panose="02020603050405020304" pitchFamily="18" charset="0"/>
              </a:rPr>
              <a:t> </a:t>
            </a:r>
            <a:r>
              <a:rPr lang="en-US" dirty="0" err="1">
                <a:solidFill>
                  <a:schemeClr val="tx2">
                    <a:lumMod val="95000"/>
                  </a:schemeClr>
                </a:solidFill>
                <a:latin typeface="+mj-lt"/>
                <a:cs typeface="Times New Roman" panose="02020603050405020304" pitchFamily="18" charset="0"/>
              </a:rPr>
              <a:t>vụ</a:t>
            </a:r>
            <a:r>
              <a:rPr lang="vi-VN" dirty="0">
                <a:solidFill>
                  <a:schemeClr val="tx2">
                    <a:lumMod val="95000"/>
                  </a:schemeClr>
                </a:solidFill>
                <a:latin typeface="+mj-lt"/>
                <a:cs typeface="Times New Roman" panose="02020603050405020304" pitchFamily="18" charset="0"/>
              </a:rPr>
              <a:t> </a:t>
            </a:r>
            <a:r>
              <a:rPr lang="en-US" dirty="0">
                <a:solidFill>
                  <a:schemeClr val="tx2">
                    <a:lumMod val="95000"/>
                  </a:schemeClr>
                </a:solidFill>
                <a:latin typeface="+mj-lt"/>
                <a:cs typeface="Times New Roman" panose="02020603050405020304" pitchFamily="18" charset="0"/>
              </a:rPr>
              <a:t>/</a:t>
            </a:r>
            <a:r>
              <a:rPr lang="vi-VN" dirty="0">
                <a:solidFill>
                  <a:schemeClr val="tx2">
                    <a:lumMod val="95000"/>
                  </a:schemeClr>
                </a:solidFill>
                <a:latin typeface="+mj-lt"/>
                <a:cs typeface="Times New Roman" panose="02020603050405020304" pitchFamily="18" charset="0"/>
              </a:rPr>
              <a:t> </a:t>
            </a:r>
            <a:r>
              <a:rPr lang="en-US" dirty="0" err="1">
                <a:solidFill>
                  <a:schemeClr val="tx2">
                    <a:lumMod val="95000"/>
                  </a:schemeClr>
                </a:solidFill>
                <a:latin typeface="+mj-lt"/>
                <a:cs typeface="Times New Roman" panose="02020603050405020304" pitchFamily="18" charset="0"/>
              </a:rPr>
              <a:t>phụ</a:t>
            </a:r>
            <a:r>
              <a:rPr lang="en-US" dirty="0">
                <a:solidFill>
                  <a:schemeClr val="tx2">
                    <a:lumMod val="95000"/>
                  </a:schemeClr>
                </a:solidFill>
                <a:latin typeface="+mj-lt"/>
                <a:cs typeface="Times New Roman" panose="02020603050405020304" pitchFamily="18" charset="0"/>
              </a:rPr>
              <a:t> </a:t>
            </a:r>
            <a:r>
              <a:rPr lang="en-US" dirty="0" err="1">
                <a:solidFill>
                  <a:schemeClr val="tx2">
                    <a:lumMod val="95000"/>
                  </a:schemeClr>
                </a:solidFill>
                <a:latin typeface="+mj-lt"/>
                <a:cs typeface="Times New Roman" panose="02020603050405020304" pitchFamily="18" charset="0"/>
              </a:rPr>
              <a:t>tùng</a:t>
            </a:r>
            <a:r>
              <a:rPr lang="en-US" dirty="0">
                <a:solidFill>
                  <a:schemeClr val="tx2">
                    <a:lumMod val="95000"/>
                  </a:schemeClr>
                </a:solidFill>
                <a:latin typeface="+mj-lt"/>
                <a:cs typeface="Times New Roman" panose="02020603050405020304" pitchFamily="18" charset="0"/>
              </a:rPr>
              <a:t> </a:t>
            </a:r>
            <a:r>
              <a:rPr lang="en-US" dirty="0" err="1">
                <a:solidFill>
                  <a:schemeClr val="tx2">
                    <a:lumMod val="95000"/>
                  </a:schemeClr>
                </a:solidFill>
                <a:latin typeface="+mj-lt"/>
                <a:cs typeface="Times New Roman" panose="02020603050405020304" pitchFamily="18" charset="0"/>
              </a:rPr>
              <a:t>phù</a:t>
            </a:r>
            <a:r>
              <a:rPr lang="en-US" dirty="0">
                <a:solidFill>
                  <a:schemeClr val="tx2">
                    <a:lumMod val="95000"/>
                  </a:schemeClr>
                </a:solidFill>
                <a:latin typeface="+mj-lt"/>
                <a:cs typeface="Times New Roman" panose="02020603050405020304" pitchFamily="18" charset="0"/>
              </a:rPr>
              <a:t> </a:t>
            </a:r>
            <a:r>
              <a:rPr lang="en-US" dirty="0" err="1">
                <a:solidFill>
                  <a:schemeClr val="tx2">
                    <a:lumMod val="95000"/>
                  </a:schemeClr>
                </a:solidFill>
                <a:latin typeface="+mj-lt"/>
                <a:cs typeface="Times New Roman" panose="02020603050405020304" pitchFamily="18" charset="0"/>
              </a:rPr>
              <a:t>hợp</a:t>
            </a:r>
            <a:endParaRPr lang="en-US" dirty="0">
              <a:solidFill>
                <a:schemeClr val="tx2">
                  <a:lumMod val="95000"/>
                </a:schemeClr>
              </a:solidFill>
              <a:latin typeface="+mj-lt"/>
              <a:cs typeface="Times New Roman" panose="02020603050405020304" pitchFamily="18" charset="0"/>
              <a:sym typeface="Public Sans"/>
            </a:endParaRPr>
          </a:p>
        </p:txBody>
      </p:sp>
      <p:sp>
        <p:nvSpPr>
          <p:cNvPr id="8" name="TextBox 7">
            <a:extLst>
              <a:ext uri="{FF2B5EF4-FFF2-40B4-BE49-F238E27FC236}">
                <a16:creationId xmlns:a16="http://schemas.microsoft.com/office/drawing/2014/main" id="{7440396D-3F3D-5EDA-3EA9-809BC0424B6C}"/>
              </a:ext>
            </a:extLst>
          </p:cNvPr>
          <p:cNvSpPr txBox="1"/>
          <p:nvPr/>
        </p:nvSpPr>
        <p:spPr>
          <a:xfrm>
            <a:off x="625809" y="1253907"/>
            <a:ext cx="4717023" cy="1384995"/>
          </a:xfrm>
          <a:prstGeom prst="rect">
            <a:avLst/>
          </a:prstGeom>
          <a:noFill/>
        </p:spPr>
        <p:txBody>
          <a:bodyPr wrap="square">
            <a:spAutoFit/>
          </a:bodyPr>
          <a:lstStyle/>
          <a:p>
            <a:r>
              <a:rPr lang="en-US" b="1" dirty="0">
                <a:solidFill>
                  <a:schemeClr val="lt2"/>
                </a:solidFill>
                <a:latin typeface="+mj-lt"/>
                <a:cs typeface="Times New Roman" panose="02020603050405020304" pitchFamily="18" charset="0"/>
              </a:rPr>
              <a:t>Quản </a:t>
            </a:r>
            <a:r>
              <a:rPr lang="en-US" b="1" dirty="0" err="1">
                <a:solidFill>
                  <a:schemeClr val="lt2"/>
                </a:solidFill>
                <a:latin typeface="+mj-lt"/>
                <a:cs typeface="Times New Roman" panose="02020603050405020304" pitchFamily="18" charset="0"/>
              </a:rPr>
              <a:t>lý</a:t>
            </a:r>
            <a:r>
              <a:rPr lang="en-US" b="1" dirty="0">
                <a:solidFill>
                  <a:schemeClr val="lt2"/>
                </a:solidFill>
                <a:latin typeface="+mj-lt"/>
                <a:cs typeface="Times New Roman" panose="02020603050405020304" pitchFamily="18" charset="0"/>
              </a:rPr>
              <a:t> </a:t>
            </a:r>
            <a:r>
              <a:rPr lang="en-US" b="1" dirty="0" err="1">
                <a:solidFill>
                  <a:schemeClr val="lt2"/>
                </a:solidFill>
                <a:latin typeface="+mj-lt"/>
                <a:cs typeface="Times New Roman" panose="02020603050405020304" pitchFamily="18" charset="0"/>
              </a:rPr>
              <a:t>bán</a:t>
            </a:r>
            <a:r>
              <a:rPr lang="en-US" b="1" dirty="0">
                <a:solidFill>
                  <a:schemeClr val="lt2"/>
                </a:solidFill>
                <a:latin typeface="+mj-lt"/>
                <a:cs typeface="Times New Roman" panose="02020603050405020304" pitchFamily="18" charset="0"/>
              </a:rPr>
              <a:t> </a:t>
            </a:r>
            <a:r>
              <a:rPr lang="en-US" b="1" dirty="0" err="1">
                <a:solidFill>
                  <a:schemeClr val="lt2"/>
                </a:solidFill>
                <a:latin typeface="+mj-lt"/>
                <a:cs typeface="Times New Roman" panose="02020603050405020304" pitchFamily="18" charset="0"/>
              </a:rPr>
              <a:t>hàng</a:t>
            </a:r>
            <a:r>
              <a:rPr lang="en-US" b="1" dirty="0">
                <a:solidFill>
                  <a:schemeClr val="lt2"/>
                </a:solidFill>
                <a:latin typeface="+mj-lt"/>
                <a:cs typeface="Times New Roman" panose="02020603050405020304" pitchFamily="18" charset="0"/>
              </a:rPr>
              <a:t> (Sales)</a:t>
            </a:r>
            <a:endParaRPr lang="vi-VN" b="1" dirty="0">
              <a:solidFill>
                <a:schemeClr val="lt2"/>
              </a:solidFill>
              <a:latin typeface="+mj-lt"/>
              <a:cs typeface="Times New Roman" panose="02020603050405020304" pitchFamily="18" charset="0"/>
            </a:endParaRPr>
          </a:p>
          <a:p>
            <a:pPr marL="285750" lvl="0" indent="-285750">
              <a:buClr>
                <a:schemeClr val="tx2"/>
              </a:buClr>
              <a:buFont typeface="Wingdings" panose="05000000000000000000" pitchFamily="2" charset="2"/>
              <a:buChar char="v"/>
            </a:pPr>
            <a:r>
              <a:rPr lang="en-US" dirty="0">
                <a:solidFill>
                  <a:schemeClr val="tx2">
                    <a:lumMod val="95000"/>
                  </a:schemeClr>
                </a:solidFill>
                <a:latin typeface="+mj-lt"/>
                <a:cs typeface="Times New Roman" panose="02020603050405020304" pitchFamily="18" charset="0"/>
              </a:rPr>
              <a:t>Tạo </a:t>
            </a:r>
            <a:r>
              <a:rPr lang="en-US" dirty="0" err="1">
                <a:solidFill>
                  <a:schemeClr val="tx2">
                    <a:lumMod val="95000"/>
                  </a:schemeClr>
                </a:solidFill>
                <a:latin typeface="+mj-lt"/>
                <a:cs typeface="Times New Roman" panose="02020603050405020304" pitchFamily="18" charset="0"/>
              </a:rPr>
              <a:t>đơn</a:t>
            </a:r>
            <a:r>
              <a:rPr lang="en-US" dirty="0">
                <a:solidFill>
                  <a:schemeClr val="tx2">
                    <a:lumMod val="95000"/>
                  </a:schemeClr>
                </a:solidFill>
                <a:latin typeface="+mj-lt"/>
                <a:cs typeface="Times New Roman" panose="02020603050405020304" pitchFamily="18" charset="0"/>
              </a:rPr>
              <a:t> </a:t>
            </a:r>
            <a:r>
              <a:rPr lang="en-US" dirty="0" err="1">
                <a:solidFill>
                  <a:schemeClr val="tx2">
                    <a:lumMod val="95000"/>
                  </a:schemeClr>
                </a:solidFill>
                <a:latin typeface="+mj-lt"/>
                <a:cs typeface="Times New Roman" panose="02020603050405020304" pitchFamily="18" charset="0"/>
              </a:rPr>
              <a:t>hàng</a:t>
            </a:r>
            <a:r>
              <a:rPr lang="en-US" dirty="0">
                <a:solidFill>
                  <a:schemeClr val="tx2">
                    <a:lumMod val="95000"/>
                  </a:schemeClr>
                </a:solidFill>
                <a:latin typeface="+mj-lt"/>
                <a:cs typeface="Times New Roman" panose="02020603050405020304" pitchFamily="18" charset="0"/>
              </a:rPr>
              <a:t> </a:t>
            </a:r>
            <a:r>
              <a:rPr lang="en-US" dirty="0" err="1">
                <a:solidFill>
                  <a:schemeClr val="tx2">
                    <a:lumMod val="95000"/>
                  </a:schemeClr>
                </a:solidFill>
                <a:latin typeface="+mj-lt"/>
                <a:cs typeface="Times New Roman" panose="02020603050405020304" pitchFamily="18" charset="0"/>
              </a:rPr>
              <a:t>bán</a:t>
            </a:r>
            <a:r>
              <a:rPr lang="en-US" dirty="0">
                <a:solidFill>
                  <a:schemeClr val="tx2">
                    <a:lumMod val="95000"/>
                  </a:schemeClr>
                </a:solidFill>
                <a:latin typeface="+mj-lt"/>
                <a:cs typeface="Times New Roman" panose="02020603050405020304" pitchFamily="18" charset="0"/>
              </a:rPr>
              <a:t> </a:t>
            </a:r>
            <a:r>
              <a:rPr lang="en-US" dirty="0" err="1">
                <a:solidFill>
                  <a:schemeClr val="tx2">
                    <a:lumMod val="95000"/>
                  </a:schemeClr>
                </a:solidFill>
                <a:latin typeface="+mj-lt"/>
                <a:cs typeface="Times New Roman" panose="02020603050405020304" pitchFamily="18" charset="0"/>
              </a:rPr>
              <a:t>xe</a:t>
            </a:r>
            <a:endParaRPr lang="en-US" dirty="0">
              <a:solidFill>
                <a:schemeClr val="tx2">
                  <a:lumMod val="95000"/>
                </a:schemeClr>
              </a:solidFill>
              <a:latin typeface="+mj-lt"/>
              <a:cs typeface="Times New Roman" panose="02020603050405020304" pitchFamily="18" charset="0"/>
            </a:endParaRPr>
          </a:p>
          <a:p>
            <a:pPr marL="285750" lvl="0" indent="-285750">
              <a:buClr>
                <a:schemeClr val="tx2"/>
              </a:buClr>
              <a:buFont typeface="Wingdings" panose="05000000000000000000" pitchFamily="2" charset="2"/>
              <a:buChar char="v"/>
            </a:pPr>
            <a:r>
              <a:rPr lang="en-US" dirty="0" err="1">
                <a:solidFill>
                  <a:schemeClr val="tx2">
                    <a:lumMod val="95000"/>
                  </a:schemeClr>
                </a:solidFill>
                <a:latin typeface="+mj-lt"/>
                <a:cs typeface="Times New Roman" panose="02020603050405020304" pitchFamily="18" charset="0"/>
              </a:rPr>
              <a:t>Kiểm</a:t>
            </a:r>
            <a:r>
              <a:rPr lang="en-US" dirty="0">
                <a:solidFill>
                  <a:schemeClr val="tx2">
                    <a:lumMod val="95000"/>
                  </a:schemeClr>
                </a:solidFill>
                <a:latin typeface="+mj-lt"/>
                <a:cs typeface="Times New Roman" panose="02020603050405020304" pitchFamily="18" charset="0"/>
              </a:rPr>
              <a:t> </a:t>
            </a:r>
            <a:r>
              <a:rPr lang="en-US" dirty="0" err="1">
                <a:solidFill>
                  <a:schemeClr val="tx2">
                    <a:lumMod val="95000"/>
                  </a:schemeClr>
                </a:solidFill>
                <a:latin typeface="+mj-lt"/>
                <a:cs typeface="Times New Roman" panose="02020603050405020304" pitchFamily="18" charset="0"/>
              </a:rPr>
              <a:t>tra</a:t>
            </a:r>
            <a:r>
              <a:rPr lang="en-US" dirty="0">
                <a:solidFill>
                  <a:schemeClr val="tx2">
                    <a:lumMod val="95000"/>
                  </a:schemeClr>
                </a:solidFill>
                <a:latin typeface="+mj-lt"/>
                <a:cs typeface="Times New Roman" panose="02020603050405020304" pitchFamily="18" charset="0"/>
              </a:rPr>
              <a:t> </a:t>
            </a:r>
            <a:r>
              <a:rPr lang="en-US" dirty="0" err="1">
                <a:solidFill>
                  <a:schemeClr val="tx2">
                    <a:lumMod val="95000"/>
                  </a:schemeClr>
                </a:solidFill>
                <a:latin typeface="+mj-lt"/>
                <a:cs typeface="Times New Roman" panose="02020603050405020304" pitchFamily="18" charset="0"/>
              </a:rPr>
              <a:t>tồn</a:t>
            </a:r>
            <a:r>
              <a:rPr lang="en-US" dirty="0">
                <a:solidFill>
                  <a:schemeClr val="tx2">
                    <a:lumMod val="95000"/>
                  </a:schemeClr>
                </a:solidFill>
                <a:latin typeface="+mj-lt"/>
                <a:cs typeface="Times New Roman" panose="02020603050405020304" pitchFamily="18" charset="0"/>
              </a:rPr>
              <a:t> </a:t>
            </a:r>
            <a:r>
              <a:rPr lang="en-US" dirty="0" err="1">
                <a:solidFill>
                  <a:schemeClr val="tx2">
                    <a:lumMod val="95000"/>
                  </a:schemeClr>
                </a:solidFill>
                <a:latin typeface="+mj-lt"/>
                <a:cs typeface="Times New Roman" panose="02020603050405020304" pitchFamily="18" charset="0"/>
              </a:rPr>
              <a:t>kho</a:t>
            </a:r>
            <a:r>
              <a:rPr lang="en-US" dirty="0">
                <a:solidFill>
                  <a:schemeClr val="tx2">
                    <a:lumMod val="95000"/>
                  </a:schemeClr>
                </a:solidFill>
                <a:latin typeface="+mj-lt"/>
                <a:cs typeface="Times New Roman" panose="02020603050405020304" pitchFamily="18" charset="0"/>
              </a:rPr>
              <a:t> </a:t>
            </a:r>
            <a:r>
              <a:rPr lang="en-US" dirty="0" err="1">
                <a:solidFill>
                  <a:schemeClr val="tx2">
                    <a:lumMod val="95000"/>
                  </a:schemeClr>
                </a:solidFill>
                <a:latin typeface="+mj-lt"/>
                <a:cs typeface="Times New Roman" panose="02020603050405020304" pitchFamily="18" charset="0"/>
              </a:rPr>
              <a:t>thời</a:t>
            </a:r>
            <a:r>
              <a:rPr lang="en-US" dirty="0">
                <a:solidFill>
                  <a:schemeClr val="tx2">
                    <a:lumMod val="95000"/>
                  </a:schemeClr>
                </a:solidFill>
                <a:latin typeface="+mj-lt"/>
                <a:cs typeface="Times New Roman" panose="02020603050405020304" pitchFamily="18" charset="0"/>
              </a:rPr>
              <a:t> </a:t>
            </a:r>
            <a:r>
              <a:rPr lang="en-US" dirty="0" err="1">
                <a:solidFill>
                  <a:schemeClr val="tx2">
                    <a:lumMod val="95000"/>
                  </a:schemeClr>
                </a:solidFill>
                <a:latin typeface="+mj-lt"/>
                <a:cs typeface="Times New Roman" panose="02020603050405020304" pitchFamily="18" charset="0"/>
              </a:rPr>
              <a:t>gian</a:t>
            </a:r>
            <a:r>
              <a:rPr lang="en-US" dirty="0">
                <a:solidFill>
                  <a:schemeClr val="tx2">
                    <a:lumMod val="95000"/>
                  </a:schemeClr>
                </a:solidFill>
                <a:latin typeface="+mj-lt"/>
                <a:cs typeface="Times New Roman" panose="02020603050405020304" pitchFamily="18" charset="0"/>
              </a:rPr>
              <a:t> </a:t>
            </a:r>
            <a:r>
              <a:rPr lang="en-US" dirty="0" err="1">
                <a:solidFill>
                  <a:schemeClr val="tx2">
                    <a:lumMod val="95000"/>
                  </a:schemeClr>
                </a:solidFill>
                <a:latin typeface="+mj-lt"/>
                <a:cs typeface="Times New Roman" panose="02020603050405020304" pitchFamily="18" charset="0"/>
              </a:rPr>
              <a:t>thực</a:t>
            </a:r>
            <a:endParaRPr lang="en-US" dirty="0">
              <a:solidFill>
                <a:schemeClr val="tx2">
                  <a:lumMod val="95000"/>
                </a:schemeClr>
              </a:solidFill>
              <a:latin typeface="+mj-lt"/>
              <a:cs typeface="Times New Roman" panose="02020603050405020304" pitchFamily="18" charset="0"/>
            </a:endParaRPr>
          </a:p>
          <a:p>
            <a:pPr marL="285750" lvl="0" indent="-285750">
              <a:buClr>
                <a:schemeClr val="tx2"/>
              </a:buClr>
              <a:buFont typeface="Wingdings" panose="05000000000000000000" pitchFamily="2" charset="2"/>
              <a:buChar char="v"/>
            </a:pPr>
            <a:r>
              <a:rPr lang="en-US" dirty="0" err="1">
                <a:solidFill>
                  <a:schemeClr val="tx2">
                    <a:lumMod val="95000"/>
                  </a:schemeClr>
                </a:solidFill>
                <a:latin typeface="+mj-lt"/>
                <a:cs typeface="Times New Roman" panose="02020603050405020304" pitchFamily="18" charset="0"/>
              </a:rPr>
              <a:t>Áp</a:t>
            </a:r>
            <a:r>
              <a:rPr lang="en-US" dirty="0">
                <a:solidFill>
                  <a:schemeClr val="tx2">
                    <a:lumMod val="95000"/>
                  </a:schemeClr>
                </a:solidFill>
                <a:latin typeface="+mj-lt"/>
                <a:cs typeface="Times New Roman" panose="02020603050405020304" pitchFamily="18" charset="0"/>
              </a:rPr>
              <a:t> </a:t>
            </a:r>
            <a:r>
              <a:rPr lang="en-US" dirty="0" err="1">
                <a:solidFill>
                  <a:schemeClr val="tx2">
                    <a:lumMod val="95000"/>
                  </a:schemeClr>
                </a:solidFill>
                <a:latin typeface="+mj-lt"/>
                <a:cs typeface="Times New Roman" panose="02020603050405020304" pitchFamily="18" charset="0"/>
              </a:rPr>
              <a:t>dụng</a:t>
            </a:r>
            <a:r>
              <a:rPr lang="en-US" dirty="0">
                <a:solidFill>
                  <a:schemeClr val="tx2">
                    <a:lumMod val="95000"/>
                  </a:schemeClr>
                </a:solidFill>
                <a:latin typeface="+mj-lt"/>
                <a:cs typeface="Times New Roman" panose="02020603050405020304" pitchFamily="18" charset="0"/>
              </a:rPr>
              <a:t> </a:t>
            </a:r>
            <a:r>
              <a:rPr lang="en-US" dirty="0" err="1">
                <a:solidFill>
                  <a:schemeClr val="tx2">
                    <a:lumMod val="95000"/>
                  </a:schemeClr>
                </a:solidFill>
                <a:latin typeface="+mj-lt"/>
                <a:cs typeface="Times New Roman" panose="02020603050405020304" pitchFamily="18" charset="0"/>
              </a:rPr>
              <a:t>tích</a:t>
            </a:r>
            <a:r>
              <a:rPr lang="en-US" dirty="0">
                <a:solidFill>
                  <a:schemeClr val="tx2">
                    <a:lumMod val="95000"/>
                  </a:schemeClr>
                </a:solidFill>
                <a:latin typeface="+mj-lt"/>
                <a:cs typeface="Times New Roman" panose="02020603050405020304" pitchFamily="18" charset="0"/>
              </a:rPr>
              <a:t> </a:t>
            </a:r>
            <a:r>
              <a:rPr lang="en-US" dirty="0" err="1">
                <a:solidFill>
                  <a:schemeClr val="tx2">
                    <a:lumMod val="95000"/>
                  </a:schemeClr>
                </a:solidFill>
                <a:latin typeface="+mj-lt"/>
                <a:cs typeface="Times New Roman" panose="02020603050405020304" pitchFamily="18" charset="0"/>
              </a:rPr>
              <a:t>điểm</a:t>
            </a:r>
            <a:r>
              <a:rPr lang="en-US" dirty="0">
                <a:solidFill>
                  <a:schemeClr val="tx2">
                    <a:lumMod val="95000"/>
                  </a:schemeClr>
                </a:solidFill>
                <a:latin typeface="+mj-lt"/>
                <a:cs typeface="Times New Roman" panose="02020603050405020304" pitchFamily="18" charset="0"/>
              </a:rPr>
              <a:t> </a:t>
            </a:r>
            <a:r>
              <a:rPr lang="en-US" dirty="0" err="1">
                <a:solidFill>
                  <a:schemeClr val="tx2">
                    <a:lumMod val="95000"/>
                  </a:schemeClr>
                </a:solidFill>
                <a:latin typeface="+mj-lt"/>
                <a:cs typeface="Times New Roman" panose="02020603050405020304" pitchFamily="18" charset="0"/>
              </a:rPr>
              <a:t>thành</a:t>
            </a:r>
            <a:r>
              <a:rPr lang="en-US" dirty="0">
                <a:solidFill>
                  <a:schemeClr val="tx2">
                    <a:lumMod val="95000"/>
                  </a:schemeClr>
                </a:solidFill>
                <a:latin typeface="+mj-lt"/>
                <a:cs typeface="Times New Roman" panose="02020603050405020304" pitchFamily="18" charset="0"/>
              </a:rPr>
              <a:t> </a:t>
            </a:r>
            <a:r>
              <a:rPr lang="en-US" dirty="0" err="1">
                <a:solidFill>
                  <a:schemeClr val="tx2">
                    <a:lumMod val="95000"/>
                  </a:schemeClr>
                </a:solidFill>
                <a:latin typeface="+mj-lt"/>
                <a:cs typeface="Times New Roman" panose="02020603050405020304" pitchFamily="18" charset="0"/>
              </a:rPr>
              <a:t>viên</a:t>
            </a:r>
            <a:r>
              <a:rPr lang="en-US" dirty="0">
                <a:solidFill>
                  <a:schemeClr val="tx2">
                    <a:lumMod val="95000"/>
                  </a:schemeClr>
                </a:solidFill>
                <a:latin typeface="+mj-lt"/>
                <a:cs typeface="Times New Roman" panose="02020603050405020304" pitchFamily="18" charset="0"/>
              </a:rPr>
              <a:t> </a:t>
            </a:r>
          </a:p>
          <a:p>
            <a:pPr marL="285750" lvl="0" indent="-285750">
              <a:buClr>
                <a:schemeClr val="tx2"/>
              </a:buClr>
              <a:buFont typeface="Wingdings" panose="05000000000000000000" pitchFamily="2" charset="2"/>
              <a:buChar char="v"/>
            </a:pPr>
            <a:r>
              <a:rPr lang="en-US" dirty="0">
                <a:solidFill>
                  <a:schemeClr val="tx2">
                    <a:lumMod val="95000"/>
                  </a:schemeClr>
                </a:solidFill>
                <a:latin typeface="+mj-lt"/>
                <a:cs typeface="Times New Roman" panose="02020603050405020304" pitchFamily="18" charset="0"/>
              </a:rPr>
              <a:t>Hủy </a:t>
            </a:r>
            <a:r>
              <a:rPr lang="en-US" dirty="0" err="1">
                <a:solidFill>
                  <a:schemeClr val="tx2">
                    <a:lumMod val="95000"/>
                  </a:schemeClr>
                </a:solidFill>
                <a:latin typeface="+mj-lt"/>
                <a:cs typeface="Times New Roman" panose="02020603050405020304" pitchFamily="18" charset="0"/>
              </a:rPr>
              <a:t>đơn</a:t>
            </a:r>
            <a:r>
              <a:rPr lang="en-US" dirty="0">
                <a:solidFill>
                  <a:schemeClr val="tx2">
                    <a:lumMod val="95000"/>
                  </a:schemeClr>
                </a:solidFill>
                <a:latin typeface="+mj-lt"/>
                <a:cs typeface="Times New Roman" panose="02020603050405020304" pitchFamily="18" charset="0"/>
              </a:rPr>
              <a:t> </a:t>
            </a:r>
            <a:r>
              <a:rPr lang="en-US" dirty="0" err="1">
                <a:solidFill>
                  <a:schemeClr val="tx2">
                    <a:lumMod val="95000"/>
                  </a:schemeClr>
                </a:solidFill>
                <a:latin typeface="+mj-lt"/>
                <a:cs typeface="Times New Roman" panose="02020603050405020304" pitchFamily="18" charset="0"/>
              </a:rPr>
              <a:t>và</a:t>
            </a:r>
            <a:r>
              <a:rPr lang="en-US" dirty="0">
                <a:solidFill>
                  <a:schemeClr val="tx2">
                    <a:lumMod val="95000"/>
                  </a:schemeClr>
                </a:solidFill>
                <a:latin typeface="+mj-lt"/>
                <a:cs typeface="Times New Roman" panose="02020603050405020304" pitchFamily="18" charset="0"/>
              </a:rPr>
              <a:t> </a:t>
            </a:r>
            <a:r>
              <a:rPr lang="en-US" dirty="0" err="1">
                <a:solidFill>
                  <a:schemeClr val="tx2">
                    <a:lumMod val="95000"/>
                  </a:schemeClr>
                </a:solidFill>
                <a:latin typeface="+mj-lt"/>
                <a:cs typeface="Times New Roman" panose="02020603050405020304" pitchFamily="18" charset="0"/>
              </a:rPr>
              <a:t>hoàn</a:t>
            </a:r>
            <a:r>
              <a:rPr lang="en-US" dirty="0">
                <a:solidFill>
                  <a:schemeClr val="tx2">
                    <a:lumMod val="95000"/>
                  </a:schemeClr>
                </a:solidFill>
                <a:latin typeface="+mj-lt"/>
                <a:cs typeface="Times New Roman" panose="02020603050405020304" pitchFamily="18" charset="0"/>
              </a:rPr>
              <a:t> </a:t>
            </a:r>
            <a:r>
              <a:rPr lang="en-US" dirty="0" err="1">
                <a:solidFill>
                  <a:schemeClr val="tx2">
                    <a:lumMod val="95000"/>
                  </a:schemeClr>
                </a:solidFill>
                <a:latin typeface="+mj-lt"/>
                <a:cs typeface="Times New Roman" panose="02020603050405020304" pitchFamily="18" charset="0"/>
              </a:rPr>
              <a:t>kho</a:t>
            </a:r>
            <a:r>
              <a:rPr lang="en-US" dirty="0">
                <a:solidFill>
                  <a:schemeClr val="tx2">
                    <a:lumMod val="95000"/>
                  </a:schemeClr>
                </a:solidFill>
                <a:latin typeface="+mj-lt"/>
                <a:cs typeface="Times New Roman" panose="02020603050405020304" pitchFamily="18" charset="0"/>
              </a:rPr>
              <a:t> </a:t>
            </a:r>
            <a:r>
              <a:rPr lang="en-US" dirty="0" err="1">
                <a:solidFill>
                  <a:schemeClr val="tx2">
                    <a:lumMod val="95000"/>
                  </a:schemeClr>
                </a:solidFill>
                <a:latin typeface="+mj-lt"/>
                <a:cs typeface="Times New Roman" panose="02020603050405020304" pitchFamily="18" charset="0"/>
              </a:rPr>
              <a:t>tự</a:t>
            </a:r>
            <a:r>
              <a:rPr lang="en-US" dirty="0">
                <a:solidFill>
                  <a:schemeClr val="tx2">
                    <a:lumMod val="95000"/>
                  </a:schemeClr>
                </a:solidFill>
                <a:latin typeface="+mj-lt"/>
                <a:cs typeface="Times New Roman" panose="02020603050405020304" pitchFamily="18" charset="0"/>
              </a:rPr>
              <a:t> </a:t>
            </a:r>
            <a:r>
              <a:rPr lang="en-US" dirty="0" err="1">
                <a:solidFill>
                  <a:schemeClr val="tx2">
                    <a:lumMod val="95000"/>
                  </a:schemeClr>
                </a:solidFill>
                <a:latin typeface="+mj-lt"/>
                <a:cs typeface="Times New Roman" panose="02020603050405020304" pitchFamily="18" charset="0"/>
              </a:rPr>
              <a:t>động</a:t>
            </a:r>
            <a:endParaRPr lang="en-US" dirty="0">
              <a:solidFill>
                <a:schemeClr val="tx2">
                  <a:lumMod val="95000"/>
                </a:schemeClr>
              </a:solidFill>
              <a:latin typeface="+mj-lt"/>
              <a:cs typeface="Times New Roman" panose="02020603050405020304" pitchFamily="18" charset="0"/>
            </a:endParaRPr>
          </a:p>
          <a:p>
            <a:pPr marL="285750" lvl="0" indent="-285750">
              <a:buClr>
                <a:schemeClr val="tx2"/>
              </a:buClr>
              <a:buFont typeface="Wingdings" panose="05000000000000000000" pitchFamily="2" charset="2"/>
              <a:buChar char="v"/>
            </a:pPr>
            <a:r>
              <a:rPr lang="en-US" dirty="0">
                <a:solidFill>
                  <a:schemeClr val="tx2">
                    <a:lumMod val="95000"/>
                  </a:schemeClr>
                </a:solidFill>
                <a:latin typeface="+mj-lt"/>
                <a:cs typeface="Times New Roman" panose="02020603050405020304" pitchFamily="18" charset="0"/>
              </a:rPr>
              <a:t>Xem </a:t>
            </a:r>
            <a:r>
              <a:rPr lang="en-US" dirty="0" err="1">
                <a:solidFill>
                  <a:schemeClr val="tx2">
                    <a:lumMod val="95000"/>
                  </a:schemeClr>
                </a:solidFill>
                <a:latin typeface="+mj-lt"/>
                <a:cs typeface="Times New Roman" panose="02020603050405020304" pitchFamily="18" charset="0"/>
              </a:rPr>
              <a:t>lịch</a:t>
            </a:r>
            <a:r>
              <a:rPr lang="en-US" dirty="0">
                <a:solidFill>
                  <a:schemeClr val="tx2">
                    <a:lumMod val="95000"/>
                  </a:schemeClr>
                </a:solidFill>
                <a:latin typeface="+mj-lt"/>
                <a:cs typeface="Times New Roman" panose="02020603050405020304" pitchFamily="18" charset="0"/>
              </a:rPr>
              <a:t> </a:t>
            </a:r>
            <a:r>
              <a:rPr lang="en-US" dirty="0" err="1">
                <a:solidFill>
                  <a:schemeClr val="tx2">
                    <a:lumMod val="95000"/>
                  </a:schemeClr>
                </a:solidFill>
                <a:latin typeface="+mj-lt"/>
                <a:cs typeface="Times New Roman" panose="02020603050405020304" pitchFamily="18" charset="0"/>
              </a:rPr>
              <a:t>sử</a:t>
            </a:r>
            <a:r>
              <a:rPr lang="en-US" dirty="0">
                <a:solidFill>
                  <a:schemeClr val="tx2">
                    <a:lumMod val="95000"/>
                  </a:schemeClr>
                </a:solidFill>
                <a:latin typeface="+mj-lt"/>
                <a:cs typeface="Times New Roman" panose="02020603050405020304" pitchFamily="18" charset="0"/>
              </a:rPr>
              <a:t> </a:t>
            </a:r>
            <a:r>
              <a:rPr lang="en-US" dirty="0" err="1">
                <a:solidFill>
                  <a:schemeClr val="tx2">
                    <a:lumMod val="95000"/>
                  </a:schemeClr>
                </a:solidFill>
                <a:latin typeface="+mj-lt"/>
                <a:cs typeface="Times New Roman" panose="02020603050405020304" pitchFamily="18" charset="0"/>
              </a:rPr>
              <a:t>đơn</a:t>
            </a:r>
            <a:r>
              <a:rPr lang="en-US" dirty="0">
                <a:solidFill>
                  <a:schemeClr val="tx2">
                    <a:lumMod val="95000"/>
                  </a:schemeClr>
                </a:solidFill>
                <a:latin typeface="+mj-lt"/>
                <a:cs typeface="Times New Roman" panose="02020603050405020304" pitchFamily="18" charset="0"/>
              </a:rPr>
              <a:t> </a:t>
            </a:r>
            <a:r>
              <a:rPr lang="en-US" dirty="0" err="1">
                <a:solidFill>
                  <a:schemeClr val="tx2">
                    <a:lumMod val="95000"/>
                  </a:schemeClr>
                </a:solidFill>
                <a:latin typeface="+mj-lt"/>
                <a:cs typeface="Times New Roman" panose="02020603050405020304" pitchFamily="18" charset="0"/>
              </a:rPr>
              <a:t>hàng</a:t>
            </a:r>
            <a:endParaRPr lang="en-US" dirty="0">
              <a:solidFill>
                <a:schemeClr val="tx2">
                  <a:lumMod val="95000"/>
                </a:schemeClr>
              </a:solidFill>
              <a:latin typeface="+mj-lt"/>
              <a:cs typeface="Times New Roman" panose="02020603050405020304" pitchFamily="18" charset="0"/>
            </a:endParaRPr>
          </a:p>
        </p:txBody>
      </p:sp>
      <p:sp>
        <p:nvSpPr>
          <p:cNvPr id="4" name="TextBox 3">
            <a:extLst>
              <a:ext uri="{FF2B5EF4-FFF2-40B4-BE49-F238E27FC236}">
                <a16:creationId xmlns:a16="http://schemas.microsoft.com/office/drawing/2014/main" id="{55AD06CB-E7A3-7E5F-0203-D0A2C9F7E1AA}"/>
              </a:ext>
            </a:extLst>
          </p:cNvPr>
          <p:cNvSpPr txBox="1"/>
          <p:nvPr/>
        </p:nvSpPr>
        <p:spPr>
          <a:xfrm>
            <a:off x="3492769" y="1258065"/>
            <a:ext cx="3035622" cy="1412631"/>
          </a:xfrm>
          <a:prstGeom prst="rect">
            <a:avLst/>
          </a:prstGeom>
          <a:noFill/>
        </p:spPr>
        <p:txBody>
          <a:bodyPr wrap="square">
            <a:spAutoFit/>
          </a:bodyPr>
          <a:lstStyle/>
          <a:p>
            <a:pPr>
              <a:lnSpc>
                <a:spcPct val="115000"/>
              </a:lnSpc>
              <a:spcAft>
                <a:spcPts val="800"/>
              </a:spcAft>
              <a:buNone/>
            </a:pPr>
            <a:r>
              <a:rPr lang="en-US" sz="1400" b="1" kern="100" dirty="0">
                <a:solidFill>
                  <a:schemeClr val="tx2">
                    <a:lumMod val="95000"/>
                  </a:schemeClr>
                </a:solidFill>
                <a:effectLst/>
                <a:latin typeface="+mj-lt"/>
                <a:ea typeface="Aptos" panose="020B0004020202020204" pitchFamily="34" charset="0"/>
                <a:cs typeface="Times New Roman" panose="02020603050405020304" pitchFamily="18" charset="0"/>
              </a:rPr>
              <a:t>Trí </a:t>
            </a:r>
            <a:r>
              <a:rPr lang="en-US" sz="1400" b="1" kern="100" dirty="0" err="1">
                <a:solidFill>
                  <a:schemeClr val="tx2">
                    <a:lumMod val="95000"/>
                  </a:schemeClr>
                </a:solidFill>
                <a:effectLst/>
                <a:latin typeface="+mj-lt"/>
                <a:ea typeface="Aptos" panose="020B0004020202020204" pitchFamily="34" charset="0"/>
                <a:cs typeface="Times New Roman" panose="02020603050405020304" pitchFamily="18" charset="0"/>
              </a:rPr>
              <a:t>tuệ</a:t>
            </a:r>
            <a:r>
              <a:rPr lang="en-US" sz="1400" b="1" kern="100" dirty="0">
                <a:solidFill>
                  <a:schemeClr val="tx2">
                    <a:lumMod val="95000"/>
                  </a:schemeClr>
                </a:solidFill>
                <a:effectLst/>
                <a:latin typeface="+mj-lt"/>
                <a:ea typeface="Aptos" panose="020B0004020202020204" pitchFamily="34" charset="0"/>
                <a:cs typeface="Times New Roman" panose="02020603050405020304" pitchFamily="18" charset="0"/>
              </a:rPr>
              <a:t> </a:t>
            </a:r>
            <a:r>
              <a:rPr lang="en-US" sz="1400" b="1" kern="100" dirty="0" err="1">
                <a:solidFill>
                  <a:schemeClr val="tx2">
                    <a:lumMod val="95000"/>
                  </a:schemeClr>
                </a:solidFill>
                <a:effectLst/>
                <a:latin typeface="+mj-lt"/>
                <a:ea typeface="Aptos" panose="020B0004020202020204" pitchFamily="34" charset="0"/>
                <a:cs typeface="Times New Roman" panose="02020603050405020304" pitchFamily="18" charset="0"/>
              </a:rPr>
              <a:t>nhân</a:t>
            </a:r>
            <a:r>
              <a:rPr lang="en-US" sz="1400" b="1" kern="100" dirty="0">
                <a:solidFill>
                  <a:schemeClr val="tx2">
                    <a:lumMod val="95000"/>
                  </a:schemeClr>
                </a:solidFill>
                <a:effectLst/>
                <a:latin typeface="+mj-lt"/>
                <a:ea typeface="Aptos" panose="020B0004020202020204" pitchFamily="34" charset="0"/>
                <a:cs typeface="Times New Roman" panose="02020603050405020304" pitchFamily="18" charset="0"/>
              </a:rPr>
              <a:t> </a:t>
            </a:r>
            <a:r>
              <a:rPr lang="en-US" sz="1400" b="1" kern="100" dirty="0" err="1">
                <a:solidFill>
                  <a:schemeClr val="tx2">
                    <a:lumMod val="95000"/>
                  </a:schemeClr>
                </a:solidFill>
                <a:effectLst/>
                <a:latin typeface="+mj-lt"/>
                <a:ea typeface="Aptos" panose="020B0004020202020204" pitchFamily="34" charset="0"/>
                <a:cs typeface="Times New Roman" panose="02020603050405020304" pitchFamily="18" charset="0"/>
              </a:rPr>
              <a:t>tạo</a:t>
            </a:r>
            <a:r>
              <a:rPr lang="en-US" sz="1400" b="1" kern="100" dirty="0">
                <a:solidFill>
                  <a:schemeClr val="tx2">
                    <a:lumMod val="95000"/>
                  </a:schemeClr>
                </a:solidFill>
                <a:effectLst/>
                <a:latin typeface="+mj-lt"/>
                <a:ea typeface="Aptos" panose="020B0004020202020204" pitchFamily="34" charset="0"/>
                <a:cs typeface="Times New Roman" panose="02020603050405020304" pitchFamily="18" charset="0"/>
              </a:rPr>
              <a:t> (AI Gemini)</a:t>
            </a:r>
            <a:endPar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endParaRPr>
          </a:p>
          <a:p>
            <a:pPr marL="285750" lvl="0" indent="-285750">
              <a:lnSpc>
                <a:spcPct val="115000"/>
              </a:lnSpc>
              <a:buClr>
                <a:schemeClr val="tx2"/>
              </a:buClr>
              <a:buFont typeface="Wingdings" panose="05000000000000000000" pitchFamily="2" charset="2"/>
              <a:buChar char="v"/>
            </a:pPr>
            <a:r>
              <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rPr>
              <a:t>Chat AI </a:t>
            </a: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đa</a:t>
            </a:r>
            <a:r>
              <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rPr>
              <a:t> </a:t>
            </a: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lượt</a:t>
            </a:r>
            <a:r>
              <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rPr>
              <a:t> </a:t>
            </a: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hội</a:t>
            </a:r>
            <a:r>
              <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rPr>
              <a:t> </a:t>
            </a: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thoại</a:t>
            </a:r>
            <a:endPar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endParaRPr>
          </a:p>
          <a:p>
            <a:pPr marL="285750" lvl="0" indent="-285750">
              <a:lnSpc>
                <a:spcPct val="115000"/>
              </a:lnSpc>
              <a:buClr>
                <a:schemeClr val="tx2"/>
              </a:buClr>
              <a:buFont typeface="Wingdings" panose="05000000000000000000" pitchFamily="2" charset="2"/>
              <a:buChar char="v"/>
            </a:pP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Tìm</a:t>
            </a:r>
            <a:r>
              <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rPr>
              <a:t> </a:t>
            </a: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xe</a:t>
            </a:r>
            <a:r>
              <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rPr>
              <a:t> </a:t>
            </a: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thông</a:t>
            </a:r>
            <a:r>
              <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rPr>
              <a:t> </a:t>
            </a: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minh</a:t>
            </a:r>
            <a:r>
              <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rPr>
              <a:t> </a:t>
            </a: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theo</a:t>
            </a:r>
            <a:r>
              <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rPr>
              <a:t> </a:t>
            </a: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mô</a:t>
            </a:r>
            <a:r>
              <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rPr>
              <a:t> </a:t>
            </a: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tả</a:t>
            </a:r>
            <a:r>
              <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rPr>
              <a:t> </a:t>
            </a: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tự</a:t>
            </a:r>
            <a:r>
              <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rPr>
              <a:t> </a:t>
            </a: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nhiên</a:t>
            </a:r>
            <a:endPar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endParaRPr>
          </a:p>
          <a:p>
            <a:pPr marL="285750" lvl="0" indent="-285750">
              <a:lnSpc>
                <a:spcPct val="115000"/>
              </a:lnSpc>
              <a:buClr>
                <a:schemeClr val="tx2"/>
              </a:buClr>
              <a:buFont typeface="Wingdings" panose="05000000000000000000" pitchFamily="2" charset="2"/>
              <a:buChar char="v"/>
            </a:pPr>
            <a:r>
              <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rPr>
              <a:t>Phân </a:t>
            </a: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tích</a:t>
            </a:r>
            <a:r>
              <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rPr>
              <a:t> </a:t>
            </a: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lỗi</a:t>
            </a:r>
            <a:r>
              <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rPr>
              <a:t> </a:t>
            </a: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và</a:t>
            </a:r>
            <a:r>
              <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rPr>
              <a:t> </a:t>
            </a: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gợi</a:t>
            </a:r>
            <a:r>
              <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rPr>
              <a:t> ý </a:t>
            </a: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sửa</a:t>
            </a:r>
            <a:r>
              <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rPr>
              <a:t> </a:t>
            </a: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chữa</a:t>
            </a:r>
            <a:endPar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3390356E-6B6A-B37D-7D0A-8DEFF14FC185}"/>
              </a:ext>
            </a:extLst>
          </p:cNvPr>
          <p:cNvPicPr>
            <a:picLocks noChangeAspect="1"/>
          </p:cNvPicPr>
          <p:nvPr/>
        </p:nvPicPr>
        <p:blipFill>
          <a:blip r:embed="rId3"/>
          <a:stretch>
            <a:fillRect/>
          </a:stretch>
        </p:blipFill>
        <p:spPr>
          <a:xfrm>
            <a:off x="6471685" y="0"/>
            <a:ext cx="2672316" cy="5143500"/>
          </a:xfrm>
          <a:prstGeom prst="rect">
            <a:avLst/>
          </a:prstGeom>
        </p:spPr>
      </p:pic>
    </p:spTree>
    <p:extLst>
      <p:ext uri="{BB962C8B-B14F-4D97-AF65-F5344CB8AC3E}">
        <p14:creationId xmlns:p14="http://schemas.microsoft.com/office/powerpoint/2010/main" val="32097547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68"/>
        <p:cNvGrpSpPr/>
        <p:nvPr/>
      </p:nvGrpSpPr>
      <p:grpSpPr>
        <a:xfrm>
          <a:off x="0" y="0"/>
          <a:ext cx="0" cy="0"/>
          <a:chOff x="0" y="0"/>
          <a:chExt cx="0" cy="0"/>
        </a:xfrm>
      </p:grpSpPr>
      <p:sp>
        <p:nvSpPr>
          <p:cNvPr id="969" name="Google Shape;969;p45"/>
          <p:cNvSpPr/>
          <p:nvPr/>
        </p:nvSpPr>
        <p:spPr>
          <a:xfrm>
            <a:off x="4489100" y="3425725"/>
            <a:ext cx="3858900" cy="1213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970" name="Google Shape;970;p45"/>
          <p:cNvSpPr/>
          <p:nvPr/>
        </p:nvSpPr>
        <p:spPr>
          <a:xfrm>
            <a:off x="801175" y="504275"/>
            <a:ext cx="3858900" cy="1213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971" name="Google Shape;971;p45"/>
          <p:cNvSpPr txBox="1">
            <a:spLocks noGrp="1"/>
          </p:cNvSpPr>
          <p:nvPr>
            <p:ph type="title"/>
          </p:nvPr>
        </p:nvSpPr>
        <p:spPr>
          <a:xfrm>
            <a:off x="2822753" y="1976996"/>
            <a:ext cx="6048900" cy="127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vi-VN" sz="5000" dirty="0"/>
              <a:t>Cơ sở lý thuyết</a:t>
            </a:r>
            <a:br>
              <a:rPr lang="vi-VN" sz="5000" dirty="0"/>
            </a:br>
            <a:r>
              <a:rPr lang="vi-VN" sz="5000" dirty="0"/>
              <a:t>và kiến trúc hệ thống</a:t>
            </a:r>
            <a:endParaRPr sz="5000" dirty="0"/>
          </a:p>
        </p:txBody>
      </p:sp>
      <p:pic>
        <p:nvPicPr>
          <p:cNvPr id="972" name="Google Shape;972;p45"/>
          <p:cNvPicPr preferRelativeResize="0">
            <a:picLocks noGrp="1"/>
          </p:cNvPicPr>
          <p:nvPr>
            <p:ph type="pic" idx="2"/>
          </p:nvPr>
        </p:nvPicPr>
        <p:blipFill rotWithShape="1">
          <a:blip r:embed="rId3">
            <a:alphaModFix/>
          </a:blip>
          <a:srcRect l="3912" t="28758" r="3829" b="27650"/>
          <a:stretch/>
        </p:blipFill>
        <p:spPr>
          <a:xfrm>
            <a:off x="713225" y="432525"/>
            <a:ext cx="3858898" cy="1213499"/>
          </a:xfrm>
          <a:prstGeom prst="rect">
            <a:avLst/>
          </a:prstGeom>
        </p:spPr>
      </p:pic>
      <p:pic>
        <p:nvPicPr>
          <p:cNvPr id="973" name="Google Shape;973;p45"/>
          <p:cNvPicPr preferRelativeResize="0">
            <a:picLocks noGrp="1"/>
          </p:cNvPicPr>
          <p:nvPr>
            <p:ph type="pic" idx="3"/>
          </p:nvPr>
        </p:nvPicPr>
        <p:blipFill rotWithShape="1">
          <a:blip r:embed="rId4">
            <a:alphaModFix/>
          </a:blip>
          <a:srcRect l="32148" t="35998" r="3194" b="33496"/>
          <a:stretch/>
        </p:blipFill>
        <p:spPr>
          <a:xfrm>
            <a:off x="4571975" y="3497475"/>
            <a:ext cx="3858898" cy="1213499"/>
          </a:xfrm>
          <a:prstGeom prst="rect">
            <a:avLst/>
          </a:prstGeom>
        </p:spPr>
      </p:pic>
      <p:grpSp>
        <p:nvGrpSpPr>
          <p:cNvPr id="974" name="Google Shape;974;p45"/>
          <p:cNvGrpSpPr/>
          <p:nvPr/>
        </p:nvGrpSpPr>
        <p:grpSpPr>
          <a:xfrm>
            <a:off x="4422643" y="739902"/>
            <a:ext cx="489317" cy="344700"/>
            <a:chOff x="3505000" y="2578075"/>
            <a:chExt cx="1546025" cy="1089100"/>
          </a:xfrm>
        </p:grpSpPr>
        <p:grpSp>
          <p:nvGrpSpPr>
            <p:cNvPr id="975" name="Google Shape;975;p45"/>
            <p:cNvGrpSpPr/>
            <p:nvPr/>
          </p:nvGrpSpPr>
          <p:grpSpPr>
            <a:xfrm>
              <a:off x="3505000" y="2578075"/>
              <a:ext cx="232500" cy="1089100"/>
              <a:chOff x="3505000" y="595000"/>
              <a:chExt cx="232500" cy="1089100"/>
            </a:xfrm>
          </p:grpSpPr>
          <p:sp>
            <p:nvSpPr>
              <p:cNvPr id="976" name="Google Shape;976;p45"/>
              <p:cNvSpPr/>
              <p:nvPr/>
            </p:nvSpPr>
            <p:spPr>
              <a:xfrm>
                <a:off x="3505000" y="5950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977" name="Google Shape;977;p45"/>
              <p:cNvSpPr/>
              <p:nvPr/>
            </p:nvSpPr>
            <p:spPr>
              <a:xfrm>
                <a:off x="3505000" y="10233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978" name="Google Shape;978;p45"/>
              <p:cNvSpPr/>
              <p:nvPr/>
            </p:nvSpPr>
            <p:spPr>
              <a:xfrm>
                <a:off x="3505000" y="14516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grpSp>
          <p:nvGrpSpPr>
            <p:cNvPr id="979" name="Google Shape;979;p45"/>
            <p:cNvGrpSpPr/>
            <p:nvPr/>
          </p:nvGrpSpPr>
          <p:grpSpPr>
            <a:xfrm>
              <a:off x="3928475" y="2578075"/>
              <a:ext cx="232500" cy="1089100"/>
              <a:chOff x="3505000" y="595000"/>
              <a:chExt cx="232500" cy="1089100"/>
            </a:xfrm>
          </p:grpSpPr>
          <p:sp>
            <p:nvSpPr>
              <p:cNvPr id="980" name="Google Shape;980;p45"/>
              <p:cNvSpPr/>
              <p:nvPr/>
            </p:nvSpPr>
            <p:spPr>
              <a:xfrm>
                <a:off x="3505000" y="5950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981" name="Google Shape;981;p45"/>
              <p:cNvSpPr/>
              <p:nvPr/>
            </p:nvSpPr>
            <p:spPr>
              <a:xfrm>
                <a:off x="3505000" y="10233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982" name="Google Shape;982;p45"/>
              <p:cNvSpPr/>
              <p:nvPr/>
            </p:nvSpPr>
            <p:spPr>
              <a:xfrm>
                <a:off x="3505000" y="14516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grpSp>
          <p:nvGrpSpPr>
            <p:cNvPr id="983" name="Google Shape;983;p45"/>
            <p:cNvGrpSpPr/>
            <p:nvPr/>
          </p:nvGrpSpPr>
          <p:grpSpPr>
            <a:xfrm>
              <a:off x="4395050" y="2578075"/>
              <a:ext cx="232500" cy="1089100"/>
              <a:chOff x="3505000" y="595000"/>
              <a:chExt cx="232500" cy="1089100"/>
            </a:xfrm>
          </p:grpSpPr>
          <p:sp>
            <p:nvSpPr>
              <p:cNvPr id="984" name="Google Shape;984;p45"/>
              <p:cNvSpPr/>
              <p:nvPr/>
            </p:nvSpPr>
            <p:spPr>
              <a:xfrm>
                <a:off x="3505000" y="5950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985" name="Google Shape;985;p45"/>
              <p:cNvSpPr/>
              <p:nvPr/>
            </p:nvSpPr>
            <p:spPr>
              <a:xfrm>
                <a:off x="3505000" y="10233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986" name="Google Shape;986;p45"/>
              <p:cNvSpPr/>
              <p:nvPr/>
            </p:nvSpPr>
            <p:spPr>
              <a:xfrm>
                <a:off x="3505000" y="14516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grpSp>
          <p:nvGrpSpPr>
            <p:cNvPr id="987" name="Google Shape;987;p45"/>
            <p:cNvGrpSpPr/>
            <p:nvPr/>
          </p:nvGrpSpPr>
          <p:grpSpPr>
            <a:xfrm>
              <a:off x="4818525" y="2578075"/>
              <a:ext cx="232500" cy="1089100"/>
              <a:chOff x="3505000" y="595000"/>
              <a:chExt cx="232500" cy="1089100"/>
            </a:xfrm>
          </p:grpSpPr>
          <p:sp>
            <p:nvSpPr>
              <p:cNvPr id="988" name="Google Shape;988;p45"/>
              <p:cNvSpPr/>
              <p:nvPr/>
            </p:nvSpPr>
            <p:spPr>
              <a:xfrm>
                <a:off x="3505000" y="5950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989" name="Google Shape;989;p45"/>
              <p:cNvSpPr/>
              <p:nvPr/>
            </p:nvSpPr>
            <p:spPr>
              <a:xfrm>
                <a:off x="3505000" y="10233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990" name="Google Shape;990;p45"/>
              <p:cNvSpPr/>
              <p:nvPr/>
            </p:nvSpPr>
            <p:spPr>
              <a:xfrm>
                <a:off x="3505000" y="14516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grpSp>
      <p:sp>
        <p:nvSpPr>
          <p:cNvPr id="991" name="Google Shape;991;p45"/>
          <p:cNvSpPr/>
          <p:nvPr/>
        </p:nvSpPr>
        <p:spPr>
          <a:xfrm>
            <a:off x="7973575" y="539500"/>
            <a:ext cx="1588500" cy="1588500"/>
          </a:xfrm>
          <a:prstGeom prst="donut">
            <a:avLst>
              <a:gd name="adj" fmla="val 14749"/>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nvGrpSpPr>
          <p:cNvPr id="992" name="Google Shape;992;p45"/>
          <p:cNvGrpSpPr/>
          <p:nvPr/>
        </p:nvGrpSpPr>
        <p:grpSpPr>
          <a:xfrm>
            <a:off x="-325262" y="2528396"/>
            <a:ext cx="2378107" cy="1831394"/>
            <a:chOff x="-325262" y="2528396"/>
            <a:chExt cx="2378107" cy="1831394"/>
          </a:xfrm>
        </p:grpSpPr>
        <p:grpSp>
          <p:nvGrpSpPr>
            <p:cNvPr id="993" name="Google Shape;993;p45"/>
            <p:cNvGrpSpPr/>
            <p:nvPr/>
          </p:nvGrpSpPr>
          <p:grpSpPr>
            <a:xfrm flipH="1">
              <a:off x="9" y="3848665"/>
              <a:ext cx="2052836" cy="511125"/>
              <a:chOff x="4430284" y="-136522"/>
              <a:chExt cx="2052836" cy="511125"/>
            </a:xfrm>
          </p:grpSpPr>
          <p:sp>
            <p:nvSpPr>
              <p:cNvPr id="994" name="Google Shape;994;p45"/>
              <p:cNvSpPr/>
              <p:nvPr/>
            </p:nvSpPr>
            <p:spPr>
              <a:xfrm>
                <a:off x="4430284" y="30055"/>
                <a:ext cx="172200" cy="172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995" name="Google Shape;995;p45"/>
              <p:cNvSpPr/>
              <p:nvPr/>
            </p:nvSpPr>
            <p:spPr>
              <a:xfrm>
                <a:off x="4602632" y="202403"/>
                <a:ext cx="172200" cy="172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996" name="Google Shape;996;p45"/>
              <p:cNvSpPr/>
              <p:nvPr/>
            </p:nvSpPr>
            <p:spPr>
              <a:xfrm>
                <a:off x="4776514" y="30055"/>
                <a:ext cx="172200" cy="172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997" name="Google Shape;997;p45"/>
              <p:cNvSpPr/>
              <p:nvPr/>
            </p:nvSpPr>
            <p:spPr>
              <a:xfrm>
                <a:off x="4948861" y="202403"/>
                <a:ext cx="172200" cy="172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998" name="Google Shape;998;p45"/>
              <p:cNvSpPr/>
              <p:nvPr/>
            </p:nvSpPr>
            <p:spPr>
              <a:xfrm>
                <a:off x="5114493" y="30055"/>
                <a:ext cx="172200" cy="172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999" name="Google Shape;999;p45"/>
              <p:cNvSpPr/>
              <p:nvPr/>
            </p:nvSpPr>
            <p:spPr>
              <a:xfrm>
                <a:off x="5286841" y="202403"/>
                <a:ext cx="172200" cy="172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1000" name="Google Shape;1000;p45"/>
              <p:cNvSpPr/>
              <p:nvPr/>
            </p:nvSpPr>
            <p:spPr>
              <a:xfrm>
                <a:off x="5460722" y="30055"/>
                <a:ext cx="172200" cy="172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1001" name="Google Shape;1001;p45"/>
              <p:cNvSpPr/>
              <p:nvPr/>
            </p:nvSpPr>
            <p:spPr>
              <a:xfrm>
                <a:off x="5633070" y="202403"/>
                <a:ext cx="172200" cy="172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1002" name="Google Shape;1002;p45"/>
              <p:cNvSpPr/>
              <p:nvPr/>
            </p:nvSpPr>
            <p:spPr>
              <a:xfrm>
                <a:off x="5792343" y="30055"/>
                <a:ext cx="172200" cy="172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1003" name="Google Shape;1003;p45"/>
              <p:cNvSpPr/>
              <p:nvPr/>
            </p:nvSpPr>
            <p:spPr>
              <a:xfrm>
                <a:off x="5964691" y="202403"/>
                <a:ext cx="172200" cy="172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1004" name="Google Shape;1004;p45"/>
              <p:cNvSpPr/>
              <p:nvPr/>
            </p:nvSpPr>
            <p:spPr>
              <a:xfrm>
                <a:off x="6138572" y="30055"/>
                <a:ext cx="172200" cy="172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1005" name="Google Shape;1005;p45"/>
              <p:cNvSpPr/>
              <p:nvPr/>
            </p:nvSpPr>
            <p:spPr>
              <a:xfrm>
                <a:off x="6310920" y="202403"/>
                <a:ext cx="172200" cy="172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1006" name="Google Shape;1006;p45"/>
              <p:cNvSpPr/>
              <p:nvPr/>
            </p:nvSpPr>
            <p:spPr>
              <a:xfrm>
                <a:off x="4602632" y="-136522"/>
                <a:ext cx="172200" cy="172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1007" name="Google Shape;1007;p45"/>
              <p:cNvSpPr/>
              <p:nvPr/>
            </p:nvSpPr>
            <p:spPr>
              <a:xfrm>
                <a:off x="4948861" y="-136522"/>
                <a:ext cx="172200" cy="172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1008" name="Google Shape;1008;p45"/>
              <p:cNvSpPr/>
              <p:nvPr/>
            </p:nvSpPr>
            <p:spPr>
              <a:xfrm>
                <a:off x="5286841" y="-136522"/>
                <a:ext cx="172200" cy="172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1009" name="Google Shape;1009;p45"/>
              <p:cNvSpPr/>
              <p:nvPr/>
            </p:nvSpPr>
            <p:spPr>
              <a:xfrm>
                <a:off x="5633070" y="-136522"/>
                <a:ext cx="172200" cy="172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1010" name="Google Shape;1010;p45"/>
              <p:cNvSpPr/>
              <p:nvPr/>
            </p:nvSpPr>
            <p:spPr>
              <a:xfrm>
                <a:off x="5964691" y="-136522"/>
                <a:ext cx="172200" cy="172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1011" name="Google Shape;1011;p45"/>
              <p:cNvSpPr/>
              <p:nvPr/>
            </p:nvSpPr>
            <p:spPr>
              <a:xfrm>
                <a:off x="6310920" y="-136522"/>
                <a:ext cx="172200" cy="1722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grpSp>
          <p:nvGrpSpPr>
            <p:cNvPr id="1012" name="Google Shape;1012;p45"/>
            <p:cNvGrpSpPr/>
            <p:nvPr/>
          </p:nvGrpSpPr>
          <p:grpSpPr>
            <a:xfrm rot="5400000">
              <a:off x="-13641" y="2216775"/>
              <a:ext cx="86700" cy="709941"/>
              <a:chOff x="8750921" y="3885175"/>
              <a:chExt cx="86700" cy="709941"/>
            </a:xfrm>
          </p:grpSpPr>
          <p:sp>
            <p:nvSpPr>
              <p:cNvPr id="1013" name="Google Shape;1013;p45"/>
              <p:cNvSpPr/>
              <p:nvPr/>
            </p:nvSpPr>
            <p:spPr>
              <a:xfrm>
                <a:off x="8750921" y="3885175"/>
                <a:ext cx="86700" cy="864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1014" name="Google Shape;1014;p45"/>
              <p:cNvSpPr/>
              <p:nvPr/>
            </p:nvSpPr>
            <p:spPr>
              <a:xfrm>
                <a:off x="8750921" y="4196946"/>
                <a:ext cx="86700" cy="864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1015" name="Google Shape;1015;p45"/>
              <p:cNvSpPr/>
              <p:nvPr/>
            </p:nvSpPr>
            <p:spPr>
              <a:xfrm>
                <a:off x="8750921" y="4508716"/>
                <a:ext cx="86700" cy="864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grpSp>
      <p:sp>
        <p:nvSpPr>
          <p:cNvPr id="1016" name="Google Shape;1016;p45"/>
          <p:cNvSpPr/>
          <p:nvPr/>
        </p:nvSpPr>
        <p:spPr>
          <a:xfrm>
            <a:off x="4213825" y="3736075"/>
            <a:ext cx="592800" cy="592800"/>
          </a:xfrm>
          <a:prstGeom prst="donut">
            <a:avLst>
              <a:gd name="adj" fmla="val 24964"/>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2" name="Google Shape;663;p36">
            <a:extLst>
              <a:ext uri="{FF2B5EF4-FFF2-40B4-BE49-F238E27FC236}">
                <a16:creationId xmlns:a16="http://schemas.microsoft.com/office/drawing/2014/main" id="{6A514957-0E66-99C3-DECB-D0A1A2B84F9F}"/>
              </a:ext>
            </a:extLst>
          </p:cNvPr>
          <p:cNvSpPr txBox="1">
            <a:spLocks/>
          </p:cNvSpPr>
          <p:nvPr/>
        </p:nvSpPr>
        <p:spPr>
          <a:xfrm>
            <a:off x="1549474" y="2061746"/>
            <a:ext cx="1093200" cy="1106700"/>
          </a:xfrm>
          <a:prstGeom prst="rect">
            <a:avLst/>
          </a:prstGeom>
          <a:noFill/>
          <a:ln w="9525" cap="flat" cmpd="sng">
            <a:noFill/>
            <a:prstDash val="solid"/>
            <a:round/>
            <a:headEnd type="none" w="sm" len="sm"/>
            <a:tailEnd type="none" w="sm" len="sm"/>
          </a:ln>
        </p:spPr>
        <p:txBody>
          <a:bodyPr spcFirstLastPara="1" wrap="square" lIns="91425" tIns="91425" rIns="91425" bIns="91425" anchor="b" anchorCtr="0">
            <a:noAutofit/>
          </a:bodyPr>
          <a:lstStyle/>
          <a:p>
            <a:pPr algn="r" rtl="0">
              <a:buClrTx/>
              <a:buFontTx/>
            </a:pPr>
            <a:r>
              <a:rPr lang="vi-VN" sz="6000" dirty="0">
                <a:solidFill>
                  <a:schemeClr val="accent1"/>
                </a:solidFill>
                <a:latin typeface="Anton"/>
                <a:sym typeface="Anton"/>
              </a:rPr>
              <a:t>03</a:t>
            </a:r>
            <a:endParaRPr lang="en" sz="6000" dirty="0">
              <a:solidFill>
                <a:schemeClr val="accent1"/>
              </a:solidFill>
              <a:latin typeface="Anton"/>
              <a:sym typeface="Anto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16">
          <a:extLst>
            <a:ext uri="{FF2B5EF4-FFF2-40B4-BE49-F238E27FC236}">
              <a16:creationId xmlns:a16="http://schemas.microsoft.com/office/drawing/2014/main" id="{B47A2F20-3BE4-44BF-1459-6F9FC4890136}"/>
            </a:ext>
          </a:extLst>
        </p:cNvPr>
        <p:cNvGrpSpPr/>
        <p:nvPr/>
      </p:nvGrpSpPr>
      <p:grpSpPr>
        <a:xfrm>
          <a:off x="0" y="0"/>
          <a:ext cx="0" cy="0"/>
          <a:chOff x="0" y="0"/>
          <a:chExt cx="0" cy="0"/>
        </a:xfrm>
      </p:grpSpPr>
      <p:sp>
        <p:nvSpPr>
          <p:cNvPr id="617" name="Google Shape;617;p34">
            <a:extLst>
              <a:ext uri="{FF2B5EF4-FFF2-40B4-BE49-F238E27FC236}">
                <a16:creationId xmlns:a16="http://schemas.microsoft.com/office/drawing/2014/main" id="{131EB848-277F-A864-97F6-58D0603D0D89}"/>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vi-VN" dirty="0"/>
              <a:t>Cơ sở lý thuyết</a:t>
            </a:r>
            <a:endParaRPr dirty="0"/>
          </a:p>
        </p:txBody>
      </p:sp>
      <p:sp>
        <p:nvSpPr>
          <p:cNvPr id="620" name="Google Shape;620;p34">
            <a:extLst>
              <a:ext uri="{FF2B5EF4-FFF2-40B4-BE49-F238E27FC236}">
                <a16:creationId xmlns:a16="http://schemas.microsoft.com/office/drawing/2014/main" id="{E975A596-6E27-1A37-38EA-61997D599874}"/>
              </a:ext>
            </a:extLst>
          </p:cNvPr>
          <p:cNvSpPr/>
          <p:nvPr/>
        </p:nvSpPr>
        <p:spPr>
          <a:xfrm>
            <a:off x="2802525" y="4198275"/>
            <a:ext cx="1588500" cy="1588500"/>
          </a:xfrm>
          <a:prstGeom prst="donut">
            <a:avLst>
              <a:gd name="adj" fmla="val 14749"/>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nvGrpSpPr>
          <p:cNvPr id="621" name="Google Shape;621;p34">
            <a:extLst>
              <a:ext uri="{FF2B5EF4-FFF2-40B4-BE49-F238E27FC236}">
                <a16:creationId xmlns:a16="http://schemas.microsoft.com/office/drawing/2014/main" id="{0D5A9B9E-C4B0-549C-65AB-D6DA508A257F}"/>
              </a:ext>
            </a:extLst>
          </p:cNvPr>
          <p:cNvGrpSpPr/>
          <p:nvPr/>
        </p:nvGrpSpPr>
        <p:grpSpPr>
          <a:xfrm rot="5400000">
            <a:off x="669871" y="3886650"/>
            <a:ext cx="86700" cy="709941"/>
            <a:chOff x="8750921" y="3885175"/>
            <a:chExt cx="86700" cy="709941"/>
          </a:xfrm>
        </p:grpSpPr>
        <p:sp>
          <p:nvSpPr>
            <p:cNvPr id="622" name="Google Shape;622;p34">
              <a:extLst>
                <a:ext uri="{FF2B5EF4-FFF2-40B4-BE49-F238E27FC236}">
                  <a16:creationId xmlns:a16="http://schemas.microsoft.com/office/drawing/2014/main" id="{14EFD280-3BED-CCB7-BFD9-1E05478D7229}"/>
                </a:ext>
              </a:extLst>
            </p:cNvPr>
            <p:cNvSpPr/>
            <p:nvPr/>
          </p:nvSpPr>
          <p:spPr>
            <a:xfrm>
              <a:off x="8750921" y="3885175"/>
              <a:ext cx="86700" cy="864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623" name="Google Shape;623;p34">
              <a:extLst>
                <a:ext uri="{FF2B5EF4-FFF2-40B4-BE49-F238E27FC236}">
                  <a16:creationId xmlns:a16="http://schemas.microsoft.com/office/drawing/2014/main" id="{3DFF3E87-E91C-BE00-2D98-570EC1F1A9E5}"/>
                </a:ext>
              </a:extLst>
            </p:cNvPr>
            <p:cNvSpPr/>
            <p:nvPr/>
          </p:nvSpPr>
          <p:spPr>
            <a:xfrm>
              <a:off x="8750921" y="4196946"/>
              <a:ext cx="86700" cy="864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624" name="Google Shape;624;p34">
              <a:extLst>
                <a:ext uri="{FF2B5EF4-FFF2-40B4-BE49-F238E27FC236}">
                  <a16:creationId xmlns:a16="http://schemas.microsoft.com/office/drawing/2014/main" id="{842261CA-8E5E-EE61-37B0-1C17C65274BA}"/>
                </a:ext>
              </a:extLst>
            </p:cNvPr>
            <p:cNvSpPr/>
            <p:nvPr/>
          </p:nvSpPr>
          <p:spPr>
            <a:xfrm>
              <a:off x="8750921" y="4508716"/>
              <a:ext cx="86700" cy="864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sp>
        <p:nvSpPr>
          <p:cNvPr id="2" name="Rectangle 1">
            <a:extLst>
              <a:ext uri="{FF2B5EF4-FFF2-40B4-BE49-F238E27FC236}">
                <a16:creationId xmlns:a16="http://schemas.microsoft.com/office/drawing/2014/main" id="{47316AF6-826F-A2D1-A4B8-5219908F19FF}"/>
              </a:ext>
            </a:extLst>
          </p:cNvPr>
          <p:cNvSpPr>
            <a:spLocks noChangeArrowheads="1"/>
          </p:cNvSpPr>
          <p:nvPr/>
        </p:nvSpPr>
        <p:spPr bwMode="auto">
          <a:xfrm>
            <a:off x="444651" y="1450724"/>
            <a:ext cx="5020926" cy="2314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b="1" i="0" u="none" strike="noStrike" cap="none" normalizeH="0" baseline="0" dirty="0">
                <a:ln>
                  <a:noFill/>
                </a:ln>
                <a:solidFill>
                  <a:schemeClr val="tx2">
                    <a:lumMod val="95000"/>
                  </a:schemeClr>
                </a:solidFill>
                <a:effectLst/>
                <a:latin typeface="Arial" panose="020B0604020202020204" pitchFamily="34" charset="0"/>
              </a:rPr>
              <a:t>Java</a:t>
            </a:r>
            <a:r>
              <a:rPr kumimoji="0" lang="en-US" altLang="en-US" b="0" i="0" u="none" strike="noStrike" cap="none" normalizeH="0" baseline="0" dirty="0">
                <a:ln>
                  <a:noFill/>
                </a:ln>
                <a:solidFill>
                  <a:schemeClr val="tx2">
                    <a:lumMod val="95000"/>
                  </a:schemeClr>
                </a:solidFill>
                <a:effectLst/>
                <a:latin typeface="Arial" panose="020B0604020202020204" pitchFamily="34" charset="0"/>
              </a:rPr>
              <a:t>: </a:t>
            </a:r>
            <a:r>
              <a:rPr kumimoji="0" lang="en-US" altLang="en-US" b="0" i="0" u="none" strike="noStrike" cap="none" normalizeH="0" baseline="0" dirty="0" err="1">
                <a:ln>
                  <a:noFill/>
                </a:ln>
                <a:solidFill>
                  <a:schemeClr val="tx2">
                    <a:lumMod val="95000"/>
                  </a:schemeClr>
                </a:solidFill>
                <a:effectLst/>
                <a:latin typeface="Arial" panose="020B0604020202020204" pitchFamily="34" charset="0"/>
              </a:rPr>
              <a:t>Ngôn</a:t>
            </a:r>
            <a:r>
              <a:rPr kumimoji="0" lang="en-US" altLang="en-US" b="0" i="0" u="none" strike="noStrike" cap="none" normalizeH="0" baseline="0" dirty="0">
                <a:ln>
                  <a:noFill/>
                </a:ln>
                <a:solidFill>
                  <a:schemeClr val="tx2">
                    <a:lumMod val="95000"/>
                  </a:schemeClr>
                </a:solidFill>
                <a:effectLst/>
                <a:latin typeface="Arial" panose="020B0604020202020204" pitchFamily="34" charset="0"/>
              </a:rPr>
              <a:t> </a:t>
            </a:r>
            <a:r>
              <a:rPr kumimoji="0" lang="en-US" altLang="en-US" b="0" i="0" u="none" strike="noStrike" cap="none" normalizeH="0" baseline="0" dirty="0" err="1">
                <a:ln>
                  <a:noFill/>
                </a:ln>
                <a:solidFill>
                  <a:schemeClr val="tx2">
                    <a:lumMod val="95000"/>
                  </a:schemeClr>
                </a:solidFill>
                <a:effectLst/>
                <a:latin typeface="Arial" panose="020B0604020202020204" pitchFamily="34" charset="0"/>
              </a:rPr>
              <a:t>ngữ</a:t>
            </a:r>
            <a:r>
              <a:rPr kumimoji="0" lang="en-US" altLang="en-US" b="0" i="0" u="none" strike="noStrike" cap="none" normalizeH="0" baseline="0" dirty="0">
                <a:ln>
                  <a:noFill/>
                </a:ln>
                <a:solidFill>
                  <a:schemeClr val="tx2">
                    <a:lumMod val="95000"/>
                  </a:schemeClr>
                </a:solidFill>
                <a:effectLst/>
                <a:latin typeface="Arial" panose="020B0604020202020204" pitchFamily="34" charset="0"/>
              </a:rPr>
              <a:t> </a:t>
            </a:r>
            <a:r>
              <a:rPr kumimoji="0" lang="en-US" altLang="en-US" b="0" i="0" u="none" strike="noStrike" cap="none" normalizeH="0" baseline="0" dirty="0" err="1">
                <a:ln>
                  <a:noFill/>
                </a:ln>
                <a:solidFill>
                  <a:schemeClr val="tx2">
                    <a:lumMod val="95000"/>
                  </a:schemeClr>
                </a:solidFill>
                <a:effectLst/>
                <a:latin typeface="Arial" panose="020B0604020202020204" pitchFamily="34" charset="0"/>
              </a:rPr>
              <a:t>lập</a:t>
            </a:r>
            <a:r>
              <a:rPr kumimoji="0" lang="en-US" altLang="en-US" b="0" i="0" u="none" strike="noStrike" cap="none" normalizeH="0" baseline="0" dirty="0">
                <a:ln>
                  <a:noFill/>
                </a:ln>
                <a:solidFill>
                  <a:schemeClr val="tx2">
                    <a:lumMod val="95000"/>
                  </a:schemeClr>
                </a:solidFill>
                <a:effectLst/>
                <a:latin typeface="Arial" panose="020B0604020202020204" pitchFamily="34" charset="0"/>
              </a:rPr>
              <a:t> </a:t>
            </a:r>
            <a:r>
              <a:rPr kumimoji="0" lang="en-US" altLang="en-US" b="0" i="0" u="none" strike="noStrike" cap="none" normalizeH="0" baseline="0" dirty="0" err="1">
                <a:ln>
                  <a:noFill/>
                </a:ln>
                <a:solidFill>
                  <a:schemeClr val="tx2">
                    <a:lumMod val="95000"/>
                  </a:schemeClr>
                </a:solidFill>
                <a:effectLst/>
                <a:latin typeface="Arial" panose="020B0604020202020204" pitchFamily="34" charset="0"/>
              </a:rPr>
              <a:t>trình</a:t>
            </a:r>
            <a:r>
              <a:rPr kumimoji="0" lang="en-US" altLang="en-US" b="0" i="0" u="none" strike="noStrike" cap="none" normalizeH="0" baseline="0" dirty="0">
                <a:ln>
                  <a:noFill/>
                </a:ln>
                <a:solidFill>
                  <a:schemeClr val="tx2">
                    <a:lumMod val="95000"/>
                  </a:schemeClr>
                </a:solidFill>
                <a:effectLst/>
                <a:latin typeface="Arial" panose="020B0604020202020204" pitchFamily="34" charset="0"/>
              </a:rPr>
              <a:t> </a:t>
            </a:r>
            <a:r>
              <a:rPr kumimoji="0" lang="en-US" altLang="en-US" b="0" i="0" u="none" strike="noStrike" cap="none" normalizeH="0" baseline="0" dirty="0" err="1">
                <a:ln>
                  <a:noFill/>
                </a:ln>
                <a:solidFill>
                  <a:schemeClr val="tx2">
                    <a:lumMod val="95000"/>
                  </a:schemeClr>
                </a:solidFill>
                <a:effectLst/>
                <a:latin typeface="Arial" panose="020B0604020202020204" pitchFamily="34" charset="0"/>
              </a:rPr>
              <a:t>chính</a:t>
            </a:r>
            <a:r>
              <a:rPr kumimoji="0" lang="en-US" altLang="en-US" b="0" i="0" u="none" strike="noStrike" cap="none" normalizeH="0" baseline="0" dirty="0">
                <a:ln>
                  <a:noFill/>
                </a:ln>
                <a:solidFill>
                  <a:schemeClr val="tx2">
                    <a:lumMod val="95000"/>
                  </a:schemeClr>
                </a:solidFill>
                <a:effectLst/>
                <a:latin typeface="Arial" panose="020B0604020202020204" pitchFamily="34" charset="0"/>
              </a:rPr>
              <a:t>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b="1" i="0" u="none" strike="noStrike" cap="none" normalizeH="0" baseline="0" dirty="0">
                <a:ln>
                  <a:noFill/>
                </a:ln>
                <a:solidFill>
                  <a:schemeClr val="tx2">
                    <a:lumMod val="95000"/>
                  </a:schemeClr>
                </a:solidFill>
                <a:effectLst/>
                <a:latin typeface="Arial" panose="020B0604020202020204" pitchFamily="34" charset="0"/>
              </a:rPr>
              <a:t>Android Studio</a:t>
            </a:r>
            <a:r>
              <a:rPr kumimoji="0" lang="en-US" altLang="en-US" b="0" i="0" u="none" strike="noStrike" cap="none" normalizeH="0" baseline="0" dirty="0">
                <a:ln>
                  <a:noFill/>
                </a:ln>
                <a:solidFill>
                  <a:schemeClr val="tx2">
                    <a:lumMod val="95000"/>
                  </a:schemeClr>
                </a:solidFill>
                <a:effectLst/>
                <a:latin typeface="Arial" panose="020B0604020202020204" pitchFamily="34" charset="0"/>
              </a:rPr>
              <a:t>: Công </a:t>
            </a:r>
            <a:r>
              <a:rPr kumimoji="0" lang="en-US" altLang="en-US" b="0" i="0" u="none" strike="noStrike" cap="none" normalizeH="0" baseline="0" dirty="0" err="1">
                <a:ln>
                  <a:noFill/>
                </a:ln>
                <a:solidFill>
                  <a:schemeClr val="tx2">
                    <a:lumMod val="95000"/>
                  </a:schemeClr>
                </a:solidFill>
                <a:effectLst/>
                <a:latin typeface="Arial" panose="020B0604020202020204" pitchFamily="34" charset="0"/>
              </a:rPr>
              <a:t>cụ</a:t>
            </a:r>
            <a:r>
              <a:rPr kumimoji="0" lang="en-US" altLang="en-US" b="0" i="0" u="none" strike="noStrike" cap="none" normalizeH="0" baseline="0" dirty="0">
                <a:ln>
                  <a:noFill/>
                </a:ln>
                <a:solidFill>
                  <a:schemeClr val="tx2">
                    <a:lumMod val="95000"/>
                  </a:schemeClr>
                </a:solidFill>
                <a:effectLst/>
                <a:latin typeface="Arial" panose="020B0604020202020204" pitchFamily="34" charset="0"/>
              </a:rPr>
              <a:t> </a:t>
            </a:r>
            <a:r>
              <a:rPr kumimoji="0" lang="en-US" altLang="en-US" b="0" i="0" u="none" strike="noStrike" cap="none" normalizeH="0" baseline="0" dirty="0" err="1">
                <a:ln>
                  <a:noFill/>
                </a:ln>
                <a:solidFill>
                  <a:schemeClr val="tx2">
                    <a:lumMod val="95000"/>
                  </a:schemeClr>
                </a:solidFill>
                <a:effectLst/>
                <a:latin typeface="Arial" panose="020B0604020202020204" pitchFamily="34" charset="0"/>
              </a:rPr>
              <a:t>phát</a:t>
            </a:r>
            <a:r>
              <a:rPr kumimoji="0" lang="en-US" altLang="en-US" b="0" i="0" u="none" strike="noStrike" cap="none" normalizeH="0" baseline="0" dirty="0">
                <a:ln>
                  <a:noFill/>
                </a:ln>
                <a:solidFill>
                  <a:schemeClr val="tx2">
                    <a:lumMod val="95000"/>
                  </a:schemeClr>
                </a:solidFill>
                <a:effectLst/>
                <a:latin typeface="Arial" panose="020B0604020202020204" pitchFamily="34" charset="0"/>
              </a:rPr>
              <a:t> </a:t>
            </a:r>
            <a:r>
              <a:rPr kumimoji="0" lang="en-US" altLang="en-US" b="0" i="0" u="none" strike="noStrike" cap="none" normalizeH="0" baseline="0" dirty="0" err="1">
                <a:ln>
                  <a:noFill/>
                </a:ln>
                <a:solidFill>
                  <a:schemeClr val="tx2">
                    <a:lumMod val="95000"/>
                  </a:schemeClr>
                </a:solidFill>
                <a:effectLst/>
                <a:latin typeface="Arial" panose="020B0604020202020204" pitchFamily="34" charset="0"/>
              </a:rPr>
              <a:t>triển</a:t>
            </a:r>
            <a:r>
              <a:rPr kumimoji="0" lang="en-US" altLang="en-US" b="0" i="0" u="none" strike="noStrike" cap="none" normalizeH="0" baseline="0" dirty="0">
                <a:ln>
                  <a:noFill/>
                </a:ln>
                <a:solidFill>
                  <a:schemeClr val="tx2">
                    <a:lumMod val="95000"/>
                  </a:schemeClr>
                </a:solidFill>
                <a:effectLst/>
                <a:latin typeface="Arial" panose="020B0604020202020204" pitchFamily="34" charset="0"/>
              </a:rPr>
              <a:t>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b="1" i="0" u="none" strike="noStrike" cap="none" normalizeH="0" baseline="0" dirty="0">
                <a:ln>
                  <a:noFill/>
                </a:ln>
                <a:solidFill>
                  <a:schemeClr val="tx2">
                    <a:lumMod val="95000"/>
                  </a:schemeClr>
                </a:solidFill>
                <a:effectLst/>
                <a:latin typeface="Arial" panose="020B0604020202020204" pitchFamily="34" charset="0"/>
              </a:rPr>
              <a:t>Firebase </a:t>
            </a:r>
            <a:r>
              <a:rPr kumimoji="0" lang="en-US" altLang="en-US" b="1" i="0" u="none" strike="noStrike" cap="none" normalizeH="0" baseline="0" dirty="0" err="1">
                <a:ln>
                  <a:noFill/>
                </a:ln>
                <a:solidFill>
                  <a:schemeClr val="tx2">
                    <a:lumMod val="95000"/>
                  </a:schemeClr>
                </a:solidFill>
                <a:effectLst/>
                <a:latin typeface="Arial" panose="020B0604020202020204" pitchFamily="34" charset="0"/>
              </a:rPr>
              <a:t>Firestore</a:t>
            </a:r>
            <a:r>
              <a:rPr kumimoji="0" lang="en-US" altLang="en-US" b="0" i="0" u="none" strike="noStrike" cap="none" normalizeH="0" baseline="0" dirty="0">
                <a:ln>
                  <a:noFill/>
                </a:ln>
                <a:solidFill>
                  <a:schemeClr val="tx2">
                    <a:lumMod val="95000"/>
                  </a:schemeClr>
                </a:solidFill>
                <a:effectLst/>
                <a:latin typeface="Arial" panose="020B0604020202020204" pitchFamily="34" charset="0"/>
              </a:rPr>
              <a:t>: Lưu </a:t>
            </a:r>
            <a:r>
              <a:rPr kumimoji="0" lang="en-US" altLang="en-US" b="0" i="0" u="none" strike="noStrike" cap="none" normalizeH="0" baseline="0" dirty="0" err="1">
                <a:ln>
                  <a:noFill/>
                </a:ln>
                <a:solidFill>
                  <a:schemeClr val="tx2">
                    <a:lumMod val="95000"/>
                  </a:schemeClr>
                </a:solidFill>
                <a:effectLst/>
                <a:latin typeface="Arial" panose="020B0604020202020204" pitchFamily="34" charset="0"/>
              </a:rPr>
              <a:t>trữ</a:t>
            </a:r>
            <a:r>
              <a:rPr kumimoji="0" lang="en-US" altLang="en-US" b="0" i="0" u="none" strike="noStrike" cap="none" normalizeH="0" baseline="0" dirty="0">
                <a:ln>
                  <a:noFill/>
                </a:ln>
                <a:solidFill>
                  <a:schemeClr val="tx2">
                    <a:lumMod val="95000"/>
                  </a:schemeClr>
                </a:solidFill>
                <a:effectLst/>
                <a:latin typeface="Arial" panose="020B0604020202020204" pitchFamily="34" charset="0"/>
              </a:rPr>
              <a:t> </a:t>
            </a:r>
            <a:r>
              <a:rPr kumimoji="0" lang="en-US" altLang="en-US" b="0" i="0" u="none" strike="noStrike" cap="none" normalizeH="0" baseline="0" dirty="0" err="1">
                <a:ln>
                  <a:noFill/>
                </a:ln>
                <a:solidFill>
                  <a:schemeClr val="tx2">
                    <a:lumMod val="95000"/>
                  </a:schemeClr>
                </a:solidFill>
                <a:effectLst/>
                <a:latin typeface="Arial" panose="020B0604020202020204" pitchFamily="34" charset="0"/>
              </a:rPr>
              <a:t>dữ</a:t>
            </a:r>
            <a:r>
              <a:rPr kumimoji="0" lang="en-US" altLang="en-US" b="0" i="0" u="none" strike="noStrike" cap="none" normalizeH="0" baseline="0" dirty="0">
                <a:ln>
                  <a:noFill/>
                </a:ln>
                <a:solidFill>
                  <a:schemeClr val="tx2">
                    <a:lumMod val="95000"/>
                  </a:schemeClr>
                </a:solidFill>
                <a:effectLst/>
                <a:latin typeface="Arial" panose="020B0604020202020204" pitchFamily="34" charset="0"/>
              </a:rPr>
              <a:t> </a:t>
            </a:r>
            <a:r>
              <a:rPr kumimoji="0" lang="en-US" altLang="en-US" b="0" i="0" u="none" strike="noStrike" cap="none" normalizeH="0" baseline="0" dirty="0" err="1">
                <a:ln>
                  <a:noFill/>
                </a:ln>
                <a:solidFill>
                  <a:schemeClr val="tx2">
                    <a:lumMod val="95000"/>
                  </a:schemeClr>
                </a:solidFill>
                <a:effectLst/>
                <a:latin typeface="Arial" panose="020B0604020202020204" pitchFamily="34" charset="0"/>
              </a:rPr>
              <a:t>liệu</a:t>
            </a:r>
            <a:r>
              <a:rPr kumimoji="0" lang="en-US" altLang="en-US" b="0" i="0" u="none" strike="noStrike" cap="none" normalizeH="0" baseline="0" dirty="0">
                <a:ln>
                  <a:noFill/>
                </a:ln>
                <a:solidFill>
                  <a:schemeClr val="tx2">
                    <a:lumMod val="95000"/>
                  </a:schemeClr>
                </a:solidFill>
                <a:effectLst/>
                <a:latin typeface="Arial" panose="020B0604020202020204" pitchFamily="34" charset="0"/>
              </a:rPr>
              <a:t>, </a:t>
            </a:r>
            <a:r>
              <a:rPr kumimoji="0" lang="en-US" altLang="en-US" b="0" i="0" u="none" strike="noStrike" cap="none" normalizeH="0" baseline="0" dirty="0" err="1">
                <a:ln>
                  <a:noFill/>
                </a:ln>
                <a:solidFill>
                  <a:schemeClr val="tx2">
                    <a:lumMod val="95000"/>
                  </a:schemeClr>
                </a:solidFill>
                <a:effectLst/>
                <a:latin typeface="Arial" panose="020B0604020202020204" pitchFamily="34" charset="0"/>
              </a:rPr>
              <a:t>đồng</a:t>
            </a:r>
            <a:r>
              <a:rPr kumimoji="0" lang="en-US" altLang="en-US" b="0" i="0" u="none" strike="noStrike" cap="none" normalizeH="0" baseline="0" dirty="0">
                <a:ln>
                  <a:noFill/>
                </a:ln>
                <a:solidFill>
                  <a:schemeClr val="tx2">
                    <a:lumMod val="95000"/>
                  </a:schemeClr>
                </a:solidFill>
                <a:effectLst/>
                <a:latin typeface="Arial" panose="020B0604020202020204" pitchFamily="34" charset="0"/>
              </a:rPr>
              <a:t> </a:t>
            </a:r>
            <a:r>
              <a:rPr kumimoji="0" lang="en-US" altLang="en-US" b="0" i="0" u="none" strike="noStrike" cap="none" normalizeH="0" baseline="0" dirty="0" err="1">
                <a:ln>
                  <a:noFill/>
                </a:ln>
                <a:solidFill>
                  <a:schemeClr val="tx2">
                    <a:lumMod val="95000"/>
                  </a:schemeClr>
                </a:solidFill>
                <a:effectLst/>
                <a:latin typeface="Arial" panose="020B0604020202020204" pitchFamily="34" charset="0"/>
              </a:rPr>
              <a:t>bộ</a:t>
            </a:r>
            <a:r>
              <a:rPr kumimoji="0" lang="en-US" altLang="en-US" b="0" i="0" u="none" strike="noStrike" cap="none" normalizeH="0" baseline="0" dirty="0">
                <a:ln>
                  <a:noFill/>
                </a:ln>
                <a:solidFill>
                  <a:schemeClr val="tx2">
                    <a:lumMod val="95000"/>
                  </a:schemeClr>
                </a:solidFill>
                <a:effectLst/>
                <a:latin typeface="Arial" panose="020B0604020202020204" pitchFamily="34" charset="0"/>
              </a:rPr>
              <a:t> real-time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b="1" i="0" u="none" strike="noStrike" cap="none" normalizeH="0" baseline="0" dirty="0" err="1">
                <a:ln>
                  <a:noFill/>
                </a:ln>
                <a:solidFill>
                  <a:schemeClr val="tx2">
                    <a:lumMod val="95000"/>
                  </a:schemeClr>
                </a:solidFill>
                <a:effectLst/>
                <a:latin typeface="Arial" panose="020B0604020202020204" pitchFamily="34" charset="0"/>
              </a:rPr>
              <a:t>RecyclerView</a:t>
            </a:r>
            <a:r>
              <a:rPr kumimoji="0" lang="en-US" altLang="en-US" b="1" i="0" u="none" strike="noStrike" cap="none" normalizeH="0" baseline="0" dirty="0">
                <a:ln>
                  <a:noFill/>
                </a:ln>
                <a:solidFill>
                  <a:schemeClr val="tx2">
                    <a:lumMod val="95000"/>
                  </a:schemeClr>
                </a:solidFill>
                <a:effectLst/>
                <a:latin typeface="Arial" panose="020B0604020202020204" pitchFamily="34" charset="0"/>
              </a:rPr>
              <a:t> &amp; Adapter</a:t>
            </a:r>
            <a:r>
              <a:rPr kumimoji="0" lang="en-US" altLang="en-US" b="0" i="0" u="none" strike="noStrike" cap="none" normalizeH="0" baseline="0" dirty="0">
                <a:ln>
                  <a:noFill/>
                </a:ln>
                <a:solidFill>
                  <a:schemeClr val="tx2">
                    <a:lumMod val="95000"/>
                  </a:schemeClr>
                </a:solidFill>
                <a:effectLst/>
                <a:latin typeface="Arial" panose="020B0604020202020204" pitchFamily="34" charset="0"/>
              </a:rPr>
              <a:t>: Hiển </a:t>
            </a:r>
            <a:r>
              <a:rPr kumimoji="0" lang="en-US" altLang="en-US" b="0" i="0" u="none" strike="noStrike" cap="none" normalizeH="0" baseline="0" dirty="0" err="1">
                <a:ln>
                  <a:noFill/>
                </a:ln>
                <a:solidFill>
                  <a:schemeClr val="tx2">
                    <a:lumMod val="95000"/>
                  </a:schemeClr>
                </a:solidFill>
                <a:effectLst/>
                <a:latin typeface="Arial" panose="020B0604020202020204" pitchFamily="34" charset="0"/>
              </a:rPr>
              <a:t>thị</a:t>
            </a:r>
            <a:r>
              <a:rPr kumimoji="0" lang="en-US" altLang="en-US" b="0" i="0" u="none" strike="noStrike" cap="none" normalizeH="0" baseline="0" dirty="0">
                <a:ln>
                  <a:noFill/>
                </a:ln>
                <a:solidFill>
                  <a:schemeClr val="tx2">
                    <a:lumMod val="95000"/>
                  </a:schemeClr>
                </a:solidFill>
                <a:effectLst/>
                <a:latin typeface="Arial" panose="020B0604020202020204" pitchFamily="34" charset="0"/>
              </a:rPr>
              <a:t> </a:t>
            </a:r>
            <a:r>
              <a:rPr kumimoji="0" lang="en-US" altLang="en-US" b="0" i="0" u="none" strike="noStrike" cap="none" normalizeH="0" baseline="0" dirty="0" err="1">
                <a:ln>
                  <a:noFill/>
                </a:ln>
                <a:solidFill>
                  <a:schemeClr val="tx2">
                    <a:lumMod val="95000"/>
                  </a:schemeClr>
                </a:solidFill>
                <a:effectLst/>
                <a:latin typeface="Arial" panose="020B0604020202020204" pitchFamily="34" charset="0"/>
              </a:rPr>
              <a:t>danh</a:t>
            </a:r>
            <a:r>
              <a:rPr kumimoji="0" lang="en-US" altLang="en-US" b="0" i="0" u="none" strike="noStrike" cap="none" normalizeH="0" baseline="0" dirty="0">
                <a:ln>
                  <a:noFill/>
                </a:ln>
                <a:solidFill>
                  <a:schemeClr val="tx2">
                    <a:lumMod val="95000"/>
                  </a:schemeClr>
                </a:solidFill>
                <a:effectLst/>
                <a:latin typeface="Arial" panose="020B0604020202020204" pitchFamily="34" charset="0"/>
              </a:rPr>
              <a:t> </a:t>
            </a:r>
            <a:r>
              <a:rPr kumimoji="0" lang="en-US" altLang="en-US" b="0" i="0" u="none" strike="noStrike" cap="none" normalizeH="0" baseline="0" dirty="0" err="1">
                <a:ln>
                  <a:noFill/>
                </a:ln>
                <a:solidFill>
                  <a:schemeClr val="tx2">
                    <a:lumMod val="95000"/>
                  </a:schemeClr>
                </a:solidFill>
                <a:effectLst/>
                <a:latin typeface="Arial" panose="020B0604020202020204" pitchFamily="34" charset="0"/>
              </a:rPr>
              <a:t>sách</a:t>
            </a:r>
            <a:r>
              <a:rPr kumimoji="0" lang="en-US" altLang="en-US" b="0" i="0" u="none" strike="noStrike" cap="none" normalizeH="0" baseline="0" dirty="0">
                <a:ln>
                  <a:noFill/>
                </a:ln>
                <a:solidFill>
                  <a:schemeClr val="tx2">
                    <a:lumMod val="95000"/>
                  </a:schemeClr>
                </a:solidFill>
                <a:effectLst/>
                <a:latin typeface="Arial" panose="020B0604020202020204" pitchFamily="34" charset="0"/>
              </a:rPr>
              <a:t> </a:t>
            </a:r>
            <a:r>
              <a:rPr kumimoji="0" lang="en-US" altLang="en-US" b="0" i="0" u="none" strike="noStrike" cap="none" normalizeH="0" baseline="0" dirty="0" err="1">
                <a:ln>
                  <a:noFill/>
                </a:ln>
                <a:solidFill>
                  <a:schemeClr val="tx2">
                    <a:lumMod val="95000"/>
                  </a:schemeClr>
                </a:solidFill>
                <a:effectLst/>
                <a:latin typeface="Arial" panose="020B0604020202020204" pitchFamily="34" charset="0"/>
              </a:rPr>
              <a:t>dữ</a:t>
            </a:r>
            <a:r>
              <a:rPr kumimoji="0" lang="en-US" altLang="en-US" b="0" i="0" u="none" strike="noStrike" cap="none" normalizeH="0" baseline="0" dirty="0">
                <a:ln>
                  <a:noFill/>
                </a:ln>
                <a:solidFill>
                  <a:schemeClr val="tx2">
                    <a:lumMod val="95000"/>
                  </a:schemeClr>
                </a:solidFill>
                <a:effectLst/>
                <a:latin typeface="Arial" panose="020B0604020202020204" pitchFamily="34" charset="0"/>
              </a:rPr>
              <a:t> </a:t>
            </a:r>
            <a:r>
              <a:rPr kumimoji="0" lang="en-US" altLang="en-US" b="0" i="0" u="none" strike="noStrike" cap="none" normalizeH="0" baseline="0" dirty="0" err="1">
                <a:ln>
                  <a:noFill/>
                </a:ln>
                <a:solidFill>
                  <a:schemeClr val="tx2">
                    <a:lumMod val="95000"/>
                  </a:schemeClr>
                </a:solidFill>
                <a:effectLst/>
                <a:latin typeface="Arial" panose="020B0604020202020204" pitchFamily="34" charset="0"/>
              </a:rPr>
              <a:t>liệu</a:t>
            </a:r>
            <a:r>
              <a:rPr kumimoji="0" lang="en-US" altLang="en-US" b="0" i="0" u="none" strike="noStrike" cap="none" normalizeH="0" baseline="0" dirty="0">
                <a:ln>
                  <a:noFill/>
                </a:ln>
                <a:solidFill>
                  <a:schemeClr val="tx2">
                    <a:lumMod val="95000"/>
                  </a:schemeClr>
                </a:solidFill>
                <a:effectLst/>
                <a:latin typeface="Arial" panose="020B0604020202020204" pitchFamily="34" charset="0"/>
              </a:rPr>
              <a:t>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b="1" i="0" u="none" strike="noStrike" cap="none" normalizeH="0" baseline="0" dirty="0">
                <a:ln>
                  <a:noFill/>
                </a:ln>
                <a:solidFill>
                  <a:schemeClr val="tx2">
                    <a:lumMod val="95000"/>
                  </a:schemeClr>
                </a:solidFill>
                <a:effectLst/>
                <a:latin typeface="Arial" panose="020B0604020202020204" pitchFamily="34" charset="0"/>
              </a:rPr>
              <a:t>AI</a:t>
            </a:r>
            <a:r>
              <a:rPr kumimoji="0" lang="en-US" altLang="en-US" b="0" i="0" u="none" strike="noStrike" cap="none" normalizeH="0" baseline="0" dirty="0">
                <a:ln>
                  <a:noFill/>
                </a:ln>
                <a:solidFill>
                  <a:schemeClr val="tx2">
                    <a:lumMod val="95000"/>
                  </a:schemeClr>
                </a:solidFill>
                <a:effectLst/>
                <a:latin typeface="Arial" panose="020B0604020202020204" pitchFamily="34" charset="0"/>
              </a:rPr>
              <a:t>: </a:t>
            </a:r>
            <a:r>
              <a:rPr kumimoji="0" lang="en-US" altLang="en-US" b="0" i="0" u="none" strike="noStrike" cap="none" normalizeH="0" baseline="0" dirty="0" err="1">
                <a:ln>
                  <a:noFill/>
                </a:ln>
                <a:solidFill>
                  <a:schemeClr val="tx2">
                    <a:lumMod val="95000"/>
                  </a:schemeClr>
                </a:solidFill>
                <a:effectLst/>
                <a:latin typeface="Arial" panose="020B0604020202020204" pitchFamily="34" charset="0"/>
              </a:rPr>
              <a:t>Hỗ</a:t>
            </a:r>
            <a:r>
              <a:rPr kumimoji="0" lang="en-US" altLang="en-US" b="0" i="0" u="none" strike="noStrike" cap="none" normalizeH="0" baseline="0" dirty="0">
                <a:ln>
                  <a:noFill/>
                </a:ln>
                <a:solidFill>
                  <a:schemeClr val="tx2">
                    <a:lumMod val="95000"/>
                  </a:schemeClr>
                </a:solidFill>
                <a:effectLst/>
                <a:latin typeface="Arial" panose="020B0604020202020204" pitchFamily="34" charset="0"/>
              </a:rPr>
              <a:t> </a:t>
            </a:r>
            <a:r>
              <a:rPr kumimoji="0" lang="en-US" altLang="en-US" b="0" i="0" u="none" strike="noStrike" cap="none" normalizeH="0" baseline="0" dirty="0" err="1">
                <a:ln>
                  <a:noFill/>
                </a:ln>
                <a:solidFill>
                  <a:schemeClr val="tx2">
                    <a:lumMod val="95000"/>
                  </a:schemeClr>
                </a:solidFill>
                <a:effectLst/>
                <a:latin typeface="Arial" panose="020B0604020202020204" pitchFamily="34" charset="0"/>
              </a:rPr>
              <a:t>trợ</a:t>
            </a:r>
            <a:r>
              <a:rPr kumimoji="0" lang="en-US" altLang="en-US" b="0" i="0" u="none" strike="noStrike" cap="none" normalizeH="0" baseline="0" dirty="0">
                <a:ln>
                  <a:noFill/>
                </a:ln>
                <a:solidFill>
                  <a:schemeClr val="tx2">
                    <a:lumMod val="95000"/>
                  </a:schemeClr>
                </a:solidFill>
                <a:effectLst/>
                <a:latin typeface="Arial" panose="020B0604020202020204" pitchFamily="34" charset="0"/>
              </a:rPr>
              <a:t> </a:t>
            </a:r>
            <a:r>
              <a:rPr kumimoji="0" lang="en-US" altLang="en-US" b="0" i="0" u="none" strike="noStrike" cap="none" normalizeH="0" baseline="0" dirty="0" err="1">
                <a:ln>
                  <a:noFill/>
                </a:ln>
                <a:solidFill>
                  <a:schemeClr val="tx2">
                    <a:lumMod val="95000"/>
                  </a:schemeClr>
                </a:solidFill>
                <a:effectLst/>
                <a:latin typeface="Arial" panose="020B0604020202020204" pitchFamily="34" charset="0"/>
              </a:rPr>
              <a:t>tư</a:t>
            </a:r>
            <a:r>
              <a:rPr kumimoji="0" lang="en-US" altLang="en-US" b="0" i="0" u="none" strike="noStrike" cap="none" normalizeH="0" baseline="0" dirty="0">
                <a:ln>
                  <a:noFill/>
                </a:ln>
                <a:solidFill>
                  <a:schemeClr val="tx2">
                    <a:lumMod val="95000"/>
                  </a:schemeClr>
                </a:solidFill>
                <a:effectLst/>
                <a:latin typeface="Arial" panose="020B0604020202020204" pitchFamily="34" charset="0"/>
              </a:rPr>
              <a:t> </a:t>
            </a:r>
            <a:r>
              <a:rPr kumimoji="0" lang="en-US" altLang="en-US" b="0" i="0" u="none" strike="noStrike" cap="none" normalizeH="0" baseline="0" dirty="0" err="1">
                <a:ln>
                  <a:noFill/>
                </a:ln>
                <a:solidFill>
                  <a:schemeClr val="tx2">
                    <a:lumMod val="95000"/>
                  </a:schemeClr>
                </a:solidFill>
                <a:effectLst/>
                <a:latin typeface="Arial" panose="020B0604020202020204" pitchFamily="34" charset="0"/>
              </a:rPr>
              <a:t>vấn</a:t>
            </a:r>
            <a:r>
              <a:rPr kumimoji="0" lang="en-US" altLang="en-US" b="0" i="0" u="none" strike="noStrike" cap="none" normalizeH="0" baseline="0" dirty="0">
                <a:ln>
                  <a:noFill/>
                </a:ln>
                <a:solidFill>
                  <a:schemeClr val="tx2">
                    <a:lumMod val="95000"/>
                  </a:schemeClr>
                </a:solidFill>
                <a:effectLst/>
                <a:latin typeface="Arial" panose="020B0604020202020204" pitchFamily="34" charset="0"/>
              </a:rPr>
              <a:t> </a:t>
            </a:r>
            <a:r>
              <a:rPr kumimoji="0" lang="en-US" altLang="en-US" b="0" i="0" u="none" strike="noStrike" cap="none" normalizeH="0" baseline="0" dirty="0" err="1">
                <a:ln>
                  <a:noFill/>
                </a:ln>
                <a:solidFill>
                  <a:schemeClr val="tx2">
                    <a:lumMod val="95000"/>
                  </a:schemeClr>
                </a:solidFill>
                <a:effectLst/>
                <a:latin typeface="Arial" panose="020B0604020202020204" pitchFamily="34" charset="0"/>
              </a:rPr>
              <a:t>và</a:t>
            </a:r>
            <a:r>
              <a:rPr kumimoji="0" lang="en-US" altLang="en-US" b="0" i="0" u="none" strike="noStrike" cap="none" normalizeH="0" baseline="0" dirty="0">
                <a:ln>
                  <a:noFill/>
                </a:ln>
                <a:solidFill>
                  <a:schemeClr val="tx2">
                    <a:lumMod val="95000"/>
                  </a:schemeClr>
                </a:solidFill>
                <a:effectLst/>
                <a:latin typeface="Arial" panose="020B0604020202020204" pitchFamily="34" charset="0"/>
              </a:rPr>
              <a:t> </a:t>
            </a:r>
            <a:r>
              <a:rPr kumimoji="0" lang="en-US" altLang="en-US" b="0" i="0" u="none" strike="noStrike" cap="none" normalizeH="0" baseline="0" dirty="0" err="1">
                <a:ln>
                  <a:noFill/>
                </a:ln>
                <a:solidFill>
                  <a:schemeClr val="tx2">
                    <a:lumMod val="95000"/>
                  </a:schemeClr>
                </a:solidFill>
                <a:effectLst/>
                <a:latin typeface="Arial" panose="020B0604020202020204" pitchFamily="34" charset="0"/>
              </a:rPr>
              <a:t>gợi</a:t>
            </a:r>
            <a:r>
              <a:rPr kumimoji="0" lang="en-US" altLang="en-US" b="0" i="0" u="none" strike="noStrike" cap="none" normalizeH="0" baseline="0" dirty="0">
                <a:ln>
                  <a:noFill/>
                </a:ln>
                <a:solidFill>
                  <a:schemeClr val="tx2">
                    <a:lumMod val="95000"/>
                  </a:schemeClr>
                </a:solidFill>
                <a:effectLst/>
                <a:latin typeface="Arial" panose="020B0604020202020204" pitchFamily="34" charset="0"/>
              </a:rPr>
              <a:t> ý </a:t>
            </a:r>
            <a:r>
              <a:rPr kumimoji="0" lang="en-US" altLang="en-US" b="0" i="0" u="none" strike="noStrike" cap="none" normalizeH="0" baseline="0" dirty="0" err="1">
                <a:ln>
                  <a:noFill/>
                </a:ln>
                <a:solidFill>
                  <a:schemeClr val="tx2">
                    <a:lumMod val="95000"/>
                  </a:schemeClr>
                </a:solidFill>
                <a:effectLst/>
                <a:latin typeface="Arial" panose="020B0604020202020204" pitchFamily="34" charset="0"/>
              </a:rPr>
              <a:t>sửa</a:t>
            </a:r>
            <a:r>
              <a:rPr kumimoji="0" lang="en-US" altLang="en-US" b="0" i="0" u="none" strike="noStrike" cap="none" normalizeH="0" baseline="0" dirty="0">
                <a:ln>
                  <a:noFill/>
                </a:ln>
                <a:solidFill>
                  <a:schemeClr val="tx2">
                    <a:lumMod val="95000"/>
                  </a:schemeClr>
                </a:solidFill>
                <a:effectLst/>
                <a:latin typeface="Arial" panose="020B0604020202020204" pitchFamily="34" charset="0"/>
              </a:rPr>
              <a:t> </a:t>
            </a:r>
            <a:r>
              <a:rPr kumimoji="0" lang="en-US" altLang="en-US" b="0" i="0" u="none" strike="noStrike" cap="none" normalizeH="0" baseline="0" dirty="0" err="1">
                <a:ln>
                  <a:noFill/>
                </a:ln>
                <a:solidFill>
                  <a:schemeClr val="tx2">
                    <a:lumMod val="95000"/>
                  </a:schemeClr>
                </a:solidFill>
                <a:effectLst/>
                <a:latin typeface="Arial" panose="020B0604020202020204" pitchFamily="34" charset="0"/>
              </a:rPr>
              <a:t>chữa</a:t>
            </a:r>
            <a:r>
              <a:rPr kumimoji="0" lang="en-US" altLang="en-US" b="0" i="0" u="none" strike="noStrike" cap="none" normalizeH="0" baseline="0" dirty="0">
                <a:ln>
                  <a:noFill/>
                </a:ln>
                <a:solidFill>
                  <a:schemeClr val="tx2">
                    <a:lumMod val="95000"/>
                  </a:schemeClr>
                </a:solidFill>
                <a:effectLst/>
                <a:latin typeface="Arial" panose="020B0604020202020204" pitchFamily="34" charset="0"/>
              </a:rPr>
              <a:t> </a:t>
            </a:r>
            <a:endParaRPr kumimoji="0" lang="vi-VN" altLang="en-US" b="0" i="0" u="none" strike="noStrike" cap="none" normalizeH="0" baseline="0" dirty="0">
              <a:ln>
                <a:noFill/>
              </a:ln>
              <a:solidFill>
                <a:schemeClr val="tx2">
                  <a:lumMod val="95000"/>
                </a:schemeClr>
              </a:solidFill>
              <a:effectLst/>
              <a:latin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vi-VN" altLang="en-US" b="1" i="0" u="none" strike="noStrike" cap="none" normalizeH="0" baseline="0" dirty="0">
                <a:ln>
                  <a:noFill/>
                </a:ln>
                <a:solidFill>
                  <a:schemeClr val="tx2">
                    <a:lumMod val="95000"/>
                  </a:schemeClr>
                </a:solidFill>
                <a:effectLst/>
                <a:latin typeface="Arial" panose="020B0604020202020204" pitchFamily="34" charset="0"/>
              </a:rPr>
              <a:t>UI Component</a:t>
            </a:r>
            <a:r>
              <a:rPr kumimoji="0" lang="vi-VN" altLang="en-US" b="0" i="0" u="none" strike="noStrike" cap="none" normalizeH="0" baseline="0" dirty="0">
                <a:ln>
                  <a:noFill/>
                </a:ln>
                <a:solidFill>
                  <a:schemeClr val="tx2">
                    <a:lumMod val="95000"/>
                  </a:schemeClr>
                </a:solidFill>
                <a:effectLst/>
                <a:latin typeface="Arial" panose="020B0604020202020204" pitchFamily="34" charset="0"/>
              </a:rPr>
              <a:t>: TextView, EditText, Button,...</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lang="vi-VN" altLang="en-US" b="1" dirty="0">
                <a:solidFill>
                  <a:schemeClr val="tx2">
                    <a:lumMod val="95000"/>
                  </a:schemeClr>
                </a:solidFill>
                <a:latin typeface="Arial" panose="020B0604020202020204" pitchFamily="34" charset="0"/>
              </a:rPr>
              <a:t>Intent</a:t>
            </a:r>
            <a:r>
              <a:rPr lang="vi-VN" altLang="en-US" dirty="0">
                <a:solidFill>
                  <a:schemeClr val="tx2">
                    <a:lumMod val="95000"/>
                  </a:schemeClr>
                </a:solidFill>
                <a:latin typeface="Arial" panose="020B0604020202020204" pitchFamily="34" charset="0"/>
              </a:rPr>
              <a:t>: Chuyển màn hình, truyền dữ liệu giữa các Activity</a:t>
            </a:r>
          </a:p>
        </p:txBody>
      </p:sp>
      <p:pic>
        <p:nvPicPr>
          <p:cNvPr id="4099" name="Picture 3" descr="Android Studio Logo Vector Image Download | Logowik">
            <a:extLst>
              <a:ext uri="{FF2B5EF4-FFF2-40B4-BE49-F238E27FC236}">
                <a16:creationId xmlns:a16="http://schemas.microsoft.com/office/drawing/2014/main" id="{EAB2F41D-C637-4DA2-DEAB-D5C57895A4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90992" y="783993"/>
            <a:ext cx="2053008" cy="1787757"/>
          </a:xfrm>
          <a:prstGeom prst="rect">
            <a:avLst/>
          </a:prstGeom>
          <a:noFill/>
          <a:extLst>
            <a:ext uri="{909E8E84-426E-40DD-AFC4-6F175D3DCCD1}">
              <a14:hiddenFill xmlns:a14="http://schemas.microsoft.com/office/drawing/2010/main">
                <a:solidFill>
                  <a:srgbClr val="FFFFFF"/>
                </a:solidFill>
              </a14:hiddenFill>
            </a:ext>
          </a:extLst>
        </p:spPr>
      </p:pic>
      <p:pic>
        <p:nvPicPr>
          <p:cNvPr id="4101" name="Picture 5" descr="Firebase Brand Guidelines">
            <a:extLst>
              <a:ext uri="{FF2B5EF4-FFF2-40B4-BE49-F238E27FC236}">
                <a16:creationId xmlns:a16="http://schemas.microsoft.com/office/drawing/2014/main" id="{62705773-E444-14BE-B5E4-8E5604C492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90992" y="2571750"/>
            <a:ext cx="2053008" cy="20530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4916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02B9C698-1F64-AF3A-9E72-33ADDA11DF03}"/>
              </a:ext>
            </a:extLst>
          </p:cNvPr>
          <p:cNvSpPr>
            <a:spLocks noGrp="1"/>
          </p:cNvSpPr>
          <p:nvPr>
            <p:ph type="subTitle" idx="1"/>
          </p:nvPr>
        </p:nvSpPr>
        <p:spPr/>
        <p:txBody>
          <a:bodyPr/>
          <a:lstStyle/>
          <a:p>
            <a:endParaRPr lang="en-US"/>
          </a:p>
        </p:txBody>
      </p:sp>
      <p:sp>
        <p:nvSpPr>
          <p:cNvPr id="3" name="Subtitle 2">
            <a:extLst>
              <a:ext uri="{FF2B5EF4-FFF2-40B4-BE49-F238E27FC236}">
                <a16:creationId xmlns:a16="http://schemas.microsoft.com/office/drawing/2014/main" id="{7687C2D7-7AAC-E79B-B8D2-613BE64C3355}"/>
              </a:ext>
            </a:extLst>
          </p:cNvPr>
          <p:cNvSpPr>
            <a:spLocks noGrp="1"/>
          </p:cNvSpPr>
          <p:nvPr>
            <p:ph type="subTitle" idx="2"/>
          </p:nvPr>
        </p:nvSpPr>
        <p:spPr/>
        <p:txBody>
          <a:bodyPr/>
          <a:lstStyle/>
          <a:p>
            <a:endParaRPr lang="en-US"/>
          </a:p>
        </p:txBody>
      </p:sp>
      <p:sp>
        <p:nvSpPr>
          <p:cNvPr id="4" name="Title 3">
            <a:extLst>
              <a:ext uri="{FF2B5EF4-FFF2-40B4-BE49-F238E27FC236}">
                <a16:creationId xmlns:a16="http://schemas.microsoft.com/office/drawing/2014/main" id="{23CE76A2-C64B-C360-9F0C-7658786F6791}"/>
              </a:ext>
            </a:extLst>
          </p:cNvPr>
          <p:cNvSpPr>
            <a:spLocks noGrp="1"/>
          </p:cNvSpPr>
          <p:nvPr>
            <p:ph type="title"/>
          </p:nvPr>
        </p:nvSpPr>
        <p:spPr>
          <a:xfrm>
            <a:off x="720000" y="445025"/>
            <a:ext cx="8736420" cy="572700"/>
          </a:xfrm>
        </p:spPr>
        <p:txBody>
          <a:bodyPr/>
          <a:lstStyle/>
          <a:p>
            <a:r>
              <a:rPr lang="en-US" b="1" dirty="0" err="1"/>
              <a:t>Phân</a:t>
            </a:r>
            <a:r>
              <a:rPr lang="en-US" b="1" dirty="0"/>
              <a:t> </a:t>
            </a:r>
            <a:r>
              <a:rPr lang="en-US" b="1" dirty="0" err="1"/>
              <a:t>quyền</a:t>
            </a:r>
            <a:r>
              <a:rPr lang="en-US" b="1" dirty="0"/>
              <a:t> </a:t>
            </a:r>
            <a:r>
              <a:rPr lang="en-US" b="1" dirty="0" err="1"/>
              <a:t>và</a:t>
            </a:r>
            <a:r>
              <a:rPr lang="en-US" b="1" dirty="0"/>
              <a:t> </a:t>
            </a:r>
            <a:r>
              <a:rPr lang="en-US" b="1" dirty="0" err="1"/>
              <a:t>chức</a:t>
            </a:r>
            <a:r>
              <a:rPr lang="en-US" b="1" dirty="0"/>
              <a:t> </a:t>
            </a:r>
            <a:r>
              <a:rPr lang="en-US" b="1" dirty="0" err="1"/>
              <a:t>năng</a:t>
            </a:r>
            <a:r>
              <a:rPr lang="en-US" b="1" dirty="0"/>
              <a:t> </a:t>
            </a:r>
            <a:r>
              <a:rPr lang="en-US" b="1" dirty="0" err="1"/>
              <a:t>hệ</a:t>
            </a:r>
            <a:r>
              <a:rPr lang="en-US" b="1" dirty="0"/>
              <a:t> </a:t>
            </a:r>
            <a:r>
              <a:rPr lang="en-US" b="1" dirty="0" err="1"/>
              <a:t>thống</a:t>
            </a:r>
            <a:r>
              <a:rPr lang="en-US" b="1" dirty="0"/>
              <a:t> </a:t>
            </a:r>
            <a:r>
              <a:rPr lang="en-US" b="1" dirty="0" err="1"/>
              <a:t>MotoShop</a:t>
            </a:r>
            <a:br>
              <a:rPr lang="en-US" dirty="0"/>
            </a:br>
            <a:endParaRPr lang="en-US" dirty="0"/>
          </a:p>
        </p:txBody>
      </p:sp>
      <p:pic>
        <p:nvPicPr>
          <p:cNvPr id="5" name="Picture 4">
            <a:extLst>
              <a:ext uri="{FF2B5EF4-FFF2-40B4-BE49-F238E27FC236}">
                <a16:creationId xmlns:a16="http://schemas.microsoft.com/office/drawing/2014/main" id="{56020493-12EB-F671-AB81-35959C387589}"/>
              </a:ext>
            </a:extLst>
          </p:cNvPr>
          <p:cNvPicPr>
            <a:picLocks noChangeAspect="1"/>
          </p:cNvPicPr>
          <p:nvPr/>
        </p:nvPicPr>
        <p:blipFill>
          <a:blip r:embed="rId2"/>
          <a:stretch>
            <a:fillRect/>
          </a:stretch>
        </p:blipFill>
        <p:spPr>
          <a:xfrm>
            <a:off x="0" y="4812785"/>
            <a:ext cx="9144000" cy="330715"/>
          </a:xfrm>
          <a:prstGeom prst="rect">
            <a:avLst/>
          </a:prstGeom>
        </p:spPr>
      </p:pic>
      <p:pic>
        <p:nvPicPr>
          <p:cNvPr id="6" name="Picture 5">
            <a:extLst>
              <a:ext uri="{FF2B5EF4-FFF2-40B4-BE49-F238E27FC236}">
                <a16:creationId xmlns:a16="http://schemas.microsoft.com/office/drawing/2014/main" id="{265DB13A-A69B-D672-3FD0-4EB4D73F8939}"/>
              </a:ext>
            </a:extLst>
          </p:cNvPr>
          <p:cNvPicPr>
            <a:picLocks noChangeAspect="1"/>
          </p:cNvPicPr>
          <p:nvPr/>
        </p:nvPicPr>
        <p:blipFill>
          <a:blip r:embed="rId3"/>
          <a:stretch>
            <a:fillRect/>
          </a:stretch>
        </p:blipFill>
        <p:spPr>
          <a:xfrm>
            <a:off x="1" y="1225375"/>
            <a:ext cx="5067300" cy="2518645"/>
          </a:xfrm>
          <a:prstGeom prst="rect">
            <a:avLst/>
          </a:prstGeom>
        </p:spPr>
      </p:pic>
      <p:pic>
        <p:nvPicPr>
          <p:cNvPr id="7" name="Picture 6">
            <a:extLst>
              <a:ext uri="{FF2B5EF4-FFF2-40B4-BE49-F238E27FC236}">
                <a16:creationId xmlns:a16="http://schemas.microsoft.com/office/drawing/2014/main" id="{42B898DC-A4D9-92FB-1A78-5E74CDCA8CDE}"/>
              </a:ext>
            </a:extLst>
          </p:cNvPr>
          <p:cNvPicPr>
            <a:picLocks noChangeAspect="1"/>
          </p:cNvPicPr>
          <p:nvPr/>
        </p:nvPicPr>
        <p:blipFill>
          <a:blip r:embed="rId4"/>
          <a:stretch>
            <a:fillRect/>
          </a:stretch>
        </p:blipFill>
        <p:spPr>
          <a:xfrm>
            <a:off x="4003195" y="2344540"/>
            <a:ext cx="5140805" cy="2468245"/>
          </a:xfrm>
          <a:prstGeom prst="rect">
            <a:avLst/>
          </a:prstGeom>
        </p:spPr>
      </p:pic>
    </p:spTree>
    <p:extLst>
      <p:ext uri="{BB962C8B-B14F-4D97-AF65-F5344CB8AC3E}">
        <p14:creationId xmlns:p14="http://schemas.microsoft.com/office/powerpoint/2010/main" val="42749330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6262D-EBEC-A854-32CF-77F62B98F75F}"/>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FE5CFC42-1BBE-7775-5B49-EE209C0C707F}"/>
              </a:ext>
            </a:extLst>
          </p:cNvPr>
          <p:cNvSpPr>
            <a:spLocks noGrp="1"/>
          </p:cNvSpPr>
          <p:nvPr>
            <p:ph type="subTitle" idx="1"/>
          </p:nvPr>
        </p:nvSpPr>
        <p:spPr/>
        <p:txBody>
          <a:bodyPr/>
          <a:lstStyle/>
          <a:p>
            <a:endParaRPr lang="en-US"/>
          </a:p>
        </p:txBody>
      </p:sp>
      <p:sp>
        <p:nvSpPr>
          <p:cNvPr id="3" name="Subtitle 2">
            <a:extLst>
              <a:ext uri="{FF2B5EF4-FFF2-40B4-BE49-F238E27FC236}">
                <a16:creationId xmlns:a16="http://schemas.microsoft.com/office/drawing/2014/main" id="{1A03DA33-B21F-2C1B-E5DB-6E185BA572A2}"/>
              </a:ext>
            </a:extLst>
          </p:cNvPr>
          <p:cNvSpPr>
            <a:spLocks noGrp="1"/>
          </p:cNvSpPr>
          <p:nvPr>
            <p:ph type="subTitle" idx="2"/>
          </p:nvPr>
        </p:nvSpPr>
        <p:spPr/>
        <p:txBody>
          <a:bodyPr/>
          <a:lstStyle/>
          <a:p>
            <a:endParaRPr lang="en-US" dirty="0"/>
          </a:p>
        </p:txBody>
      </p:sp>
      <p:sp>
        <p:nvSpPr>
          <p:cNvPr id="4" name="Title 3">
            <a:extLst>
              <a:ext uri="{FF2B5EF4-FFF2-40B4-BE49-F238E27FC236}">
                <a16:creationId xmlns:a16="http://schemas.microsoft.com/office/drawing/2014/main" id="{63A3903C-166F-7E10-67B9-ED26122F5799}"/>
              </a:ext>
            </a:extLst>
          </p:cNvPr>
          <p:cNvSpPr>
            <a:spLocks noGrp="1"/>
          </p:cNvSpPr>
          <p:nvPr>
            <p:ph type="title"/>
          </p:nvPr>
        </p:nvSpPr>
        <p:spPr>
          <a:xfrm>
            <a:off x="720000" y="445025"/>
            <a:ext cx="8736420" cy="572700"/>
          </a:xfrm>
        </p:spPr>
        <p:txBody>
          <a:bodyPr/>
          <a:lstStyle/>
          <a:p>
            <a:r>
              <a:rPr lang="vi-VN" dirty="0"/>
              <a:t>Quyền và luồng truy cập</a:t>
            </a:r>
            <a:endParaRPr lang="en-US" dirty="0"/>
          </a:p>
        </p:txBody>
      </p:sp>
      <p:pic>
        <p:nvPicPr>
          <p:cNvPr id="9" name="Picture 8">
            <a:extLst>
              <a:ext uri="{FF2B5EF4-FFF2-40B4-BE49-F238E27FC236}">
                <a16:creationId xmlns:a16="http://schemas.microsoft.com/office/drawing/2014/main" id="{A8F8479A-E8EB-424E-F6A8-36BD95526811}"/>
              </a:ext>
            </a:extLst>
          </p:cNvPr>
          <p:cNvPicPr>
            <a:picLocks noChangeAspect="1"/>
          </p:cNvPicPr>
          <p:nvPr/>
        </p:nvPicPr>
        <p:blipFill>
          <a:blip r:embed="rId3"/>
          <a:srcRect r="44142"/>
          <a:stretch>
            <a:fillRect/>
          </a:stretch>
        </p:blipFill>
        <p:spPr>
          <a:xfrm>
            <a:off x="-1" y="1370734"/>
            <a:ext cx="3439225" cy="2827886"/>
          </a:xfrm>
          <a:prstGeom prst="rect">
            <a:avLst/>
          </a:prstGeom>
        </p:spPr>
      </p:pic>
      <p:pic>
        <p:nvPicPr>
          <p:cNvPr id="8" name="Picture 7">
            <a:extLst>
              <a:ext uri="{FF2B5EF4-FFF2-40B4-BE49-F238E27FC236}">
                <a16:creationId xmlns:a16="http://schemas.microsoft.com/office/drawing/2014/main" id="{5292C4BB-A06E-3E0C-53FA-E8AC60BB7CD5}"/>
              </a:ext>
            </a:extLst>
          </p:cNvPr>
          <p:cNvPicPr>
            <a:picLocks noChangeAspect="1"/>
          </p:cNvPicPr>
          <p:nvPr/>
        </p:nvPicPr>
        <p:blipFill>
          <a:blip r:embed="rId4"/>
          <a:stretch>
            <a:fillRect/>
          </a:stretch>
        </p:blipFill>
        <p:spPr>
          <a:xfrm>
            <a:off x="2885114" y="1370734"/>
            <a:ext cx="6258886" cy="2827886"/>
          </a:xfrm>
          <a:prstGeom prst="rect">
            <a:avLst/>
          </a:prstGeom>
        </p:spPr>
      </p:pic>
    </p:spTree>
    <p:extLst>
      <p:ext uri="{BB962C8B-B14F-4D97-AF65-F5344CB8AC3E}">
        <p14:creationId xmlns:p14="http://schemas.microsoft.com/office/powerpoint/2010/main" val="11196610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5E2C0-86CD-6202-A7FF-74220A4002BC}"/>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F0662133-A14D-65FD-67B3-1402EA40AE79}"/>
              </a:ext>
            </a:extLst>
          </p:cNvPr>
          <p:cNvSpPr>
            <a:spLocks noGrp="1"/>
          </p:cNvSpPr>
          <p:nvPr>
            <p:ph type="subTitle" idx="1"/>
          </p:nvPr>
        </p:nvSpPr>
        <p:spPr/>
        <p:txBody>
          <a:bodyPr/>
          <a:lstStyle/>
          <a:p>
            <a:endParaRPr lang="en-US"/>
          </a:p>
        </p:txBody>
      </p:sp>
      <p:sp>
        <p:nvSpPr>
          <p:cNvPr id="3" name="Subtitle 2">
            <a:extLst>
              <a:ext uri="{FF2B5EF4-FFF2-40B4-BE49-F238E27FC236}">
                <a16:creationId xmlns:a16="http://schemas.microsoft.com/office/drawing/2014/main" id="{46DEC808-C1EB-CB07-817D-DD0F9BAB32D6}"/>
              </a:ext>
            </a:extLst>
          </p:cNvPr>
          <p:cNvSpPr>
            <a:spLocks noGrp="1"/>
          </p:cNvSpPr>
          <p:nvPr>
            <p:ph type="subTitle" idx="2"/>
          </p:nvPr>
        </p:nvSpPr>
        <p:spPr/>
        <p:txBody>
          <a:bodyPr/>
          <a:lstStyle/>
          <a:p>
            <a:endParaRPr lang="en-US" dirty="0"/>
          </a:p>
        </p:txBody>
      </p:sp>
      <p:sp>
        <p:nvSpPr>
          <p:cNvPr id="4" name="Title 3">
            <a:extLst>
              <a:ext uri="{FF2B5EF4-FFF2-40B4-BE49-F238E27FC236}">
                <a16:creationId xmlns:a16="http://schemas.microsoft.com/office/drawing/2014/main" id="{E7BB1300-0778-3A77-BC91-2D0139150347}"/>
              </a:ext>
            </a:extLst>
          </p:cNvPr>
          <p:cNvSpPr>
            <a:spLocks noGrp="1"/>
          </p:cNvSpPr>
          <p:nvPr>
            <p:ph type="title"/>
          </p:nvPr>
        </p:nvSpPr>
        <p:spPr>
          <a:xfrm>
            <a:off x="720000" y="445025"/>
            <a:ext cx="8736420" cy="572700"/>
          </a:xfrm>
        </p:spPr>
        <p:txBody>
          <a:bodyPr/>
          <a:lstStyle/>
          <a:p>
            <a:r>
              <a:rPr lang="vi-VN" dirty="0"/>
              <a:t>Quyền và luồng truy cập</a:t>
            </a:r>
            <a:endParaRPr lang="en-US" dirty="0"/>
          </a:p>
        </p:txBody>
      </p:sp>
      <p:pic>
        <p:nvPicPr>
          <p:cNvPr id="9" name="Picture 8">
            <a:extLst>
              <a:ext uri="{FF2B5EF4-FFF2-40B4-BE49-F238E27FC236}">
                <a16:creationId xmlns:a16="http://schemas.microsoft.com/office/drawing/2014/main" id="{1E4B403D-390B-7C6E-E151-619B376E843B}"/>
              </a:ext>
            </a:extLst>
          </p:cNvPr>
          <p:cNvPicPr>
            <a:picLocks noChangeAspect="1"/>
          </p:cNvPicPr>
          <p:nvPr/>
        </p:nvPicPr>
        <p:blipFill>
          <a:blip r:embed="rId3"/>
          <a:srcRect r="44142"/>
          <a:stretch>
            <a:fillRect/>
          </a:stretch>
        </p:blipFill>
        <p:spPr>
          <a:xfrm>
            <a:off x="-1" y="1370734"/>
            <a:ext cx="3439225" cy="2827886"/>
          </a:xfrm>
          <a:prstGeom prst="rect">
            <a:avLst/>
          </a:prstGeom>
        </p:spPr>
      </p:pic>
      <p:pic>
        <p:nvPicPr>
          <p:cNvPr id="8" name="Picture 7">
            <a:extLst>
              <a:ext uri="{FF2B5EF4-FFF2-40B4-BE49-F238E27FC236}">
                <a16:creationId xmlns:a16="http://schemas.microsoft.com/office/drawing/2014/main" id="{A4A69701-EBE9-8627-2D17-232127AB6260}"/>
              </a:ext>
            </a:extLst>
          </p:cNvPr>
          <p:cNvPicPr>
            <a:picLocks noChangeAspect="1"/>
          </p:cNvPicPr>
          <p:nvPr/>
        </p:nvPicPr>
        <p:blipFill>
          <a:blip r:embed="rId4"/>
          <a:stretch>
            <a:fillRect/>
          </a:stretch>
        </p:blipFill>
        <p:spPr>
          <a:xfrm>
            <a:off x="2885114" y="1370734"/>
            <a:ext cx="6258886" cy="2827886"/>
          </a:xfrm>
          <a:prstGeom prst="rect">
            <a:avLst/>
          </a:prstGeom>
        </p:spPr>
      </p:pic>
    </p:spTree>
    <p:extLst>
      <p:ext uri="{BB962C8B-B14F-4D97-AF65-F5344CB8AC3E}">
        <p14:creationId xmlns:p14="http://schemas.microsoft.com/office/powerpoint/2010/main" val="19315111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16">
          <a:extLst>
            <a:ext uri="{FF2B5EF4-FFF2-40B4-BE49-F238E27FC236}">
              <a16:creationId xmlns:a16="http://schemas.microsoft.com/office/drawing/2014/main" id="{95232134-1A7A-CB95-A3DD-97D350C10B6B}"/>
            </a:ext>
          </a:extLst>
        </p:cNvPr>
        <p:cNvGrpSpPr/>
        <p:nvPr/>
      </p:nvGrpSpPr>
      <p:grpSpPr>
        <a:xfrm>
          <a:off x="0" y="0"/>
          <a:ext cx="0" cy="0"/>
          <a:chOff x="0" y="0"/>
          <a:chExt cx="0" cy="0"/>
        </a:xfrm>
      </p:grpSpPr>
      <p:sp>
        <p:nvSpPr>
          <p:cNvPr id="617" name="Google Shape;617;p34">
            <a:extLst>
              <a:ext uri="{FF2B5EF4-FFF2-40B4-BE49-F238E27FC236}">
                <a16:creationId xmlns:a16="http://schemas.microsoft.com/office/drawing/2014/main" id="{76A0124B-499D-3268-7B1B-726B8C796197}"/>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US" dirty="0" err="1"/>
              <a:t>Kiến</a:t>
            </a:r>
            <a:r>
              <a:rPr lang="en-US" dirty="0"/>
              <a:t> </a:t>
            </a:r>
            <a:r>
              <a:rPr lang="en-US" dirty="0" err="1"/>
              <a:t>trúc</a:t>
            </a:r>
            <a:r>
              <a:rPr lang="en-US" dirty="0"/>
              <a:t> </a:t>
            </a:r>
            <a:r>
              <a:rPr lang="en-US" dirty="0" err="1"/>
              <a:t>hệ</a:t>
            </a:r>
            <a:r>
              <a:rPr lang="en-US" dirty="0"/>
              <a:t> </a:t>
            </a:r>
            <a:r>
              <a:rPr lang="en-US" dirty="0" err="1"/>
              <a:t>thống</a:t>
            </a:r>
            <a:endParaRPr dirty="0"/>
          </a:p>
        </p:txBody>
      </p:sp>
      <p:sp>
        <p:nvSpPr>
          <p:cNvPr id="620" name="Google Shape;620;p34">
            <a:extLst>
              <a:ext uri="{FF2B5EF4-FFF2-40B4-BE49-F238E27FC236}">
                <a16:creationId xmlns:a16="http://schemas.microsoft.com/office/drawing/2014/main" id="{F65C4FBC-B835-1F05-6713-1600A7830CD1}"/>
              </a:ext>
            </a:extLst>
          </p:cNvPr>
          <p:cNvSpPr/>
          <p:nvPr/>
        </p:nvSpPr>
        <p:spPr>
          <a:xfrm>
            <a:off x="2802525" y="4198275"/>
            <a:ext cx="1588500" cy="1588500"/>
          </a:xfrm>
          <a:prstGeom prst="donut">
            <a:avLst>
              <a:gd name="adj" fmla="val 14749"/>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nvGrpSpPr>
          <p:cNvPr id="621" name="Google Shape;621;p34">
            <a:extLst>
              <a:ext uri="{FF2B5EF4-FFF2-40B4-BE49-F238E27FC236}">
                <a16:creationId xmlns:a16="http://schemas.microsoft.com/office/drawing/2014/main" id="{C05AB41A-4D25-2155-437B-63A0E08C5F09}"/>
              </a:ext>
            </a:extLst>
          </p:cNvPr>
          <p:cNvGrpSpPr/>
          <p:nvPr/>
        </p:nvGrpSpPr>
        <p:grpSpPr>
          <a:xfrm rot="5400000">
            <a:off x="669871" y="3886650"/>
            <a:ext cx="86700" cy="709941"/>
            <a:chOff x="8750921" y="3885175"/>
            <a:chExt cx="86700" cy="709941"/>
          </a:xfrm>
        </p:grpSpPr>
        <p:sp>
          <p:nvSpPr>
            <p:cNvPr id="622" name="Google Shape;622;p34">
              <a:extLst>
                <a:ext uri="{FF2B5EF4-FFF2-40B4-BE49-F238E27FC236}">
                  <a16:creationId xmlns:a16="http://schemas.microsoft.com/office/drawing/2014/main" id="{355D6356-AF2B-2B54-1F1C-D80A83D813FD}"/>
                </a:ext>
              </a:extLst>
            </p:cNvPr>
            <p:cNvSpPr/>
            <p:nvPr/>
          </p:nvSpPr>
          <p:spPr>
            <a:xfrm>
              <a:off x="8750921" y="3885175"/>
              <a:ext cx="86700" cy="864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623" name="Google Shape;623;p34">
              <a:extLst>
                <a:ext uri="{FF2B5EF4-FFF2-40B4-BE49-F238E27FC236}">
                  <a16:creationId xmlns:a16="http://schemas.microsoft.com/office/drawing/2014/main" id="{0CE8FA4C-5FD5-CCD9-2AA0-2135466EC870}"/>
                </a:ext>
              </a:extLst>
            </p:cNvPr>
            <p:cNvSpPr/>
            <p:nvPr/>
          </p:nvSpPr>
          <p:spPr>
            <a:xfrm>
              <a:off x="8750921" y="4196946"/>
              <a:ext cx="86700" cy="864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624" name="Google Shape;624;p34">
              <a:extLst>
                <a:ext uri="{FF2B5EF4-FFF2-40B4-BE49-F238E27FC236}">
                  <a16:creationId xmlns:a16="http://schemas.microsoft.com/office/drawing/2014/main" id="{624EB913-1524-A2D9-F55A-5651152F0389}"/>
                </a:ext>
              </a:extLst>
            </p:cNvPr>
            <p:cNvSpPr/>
            <p:nvPr/>
          </p:nvSpPr>
          <p:spPr>
            <a:xfrm>
              <a:off x="8750921" y="4508716"/>
              <a:ext cx="86700" cy="864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sp>
        <p:nvSpPr>
          <p:cNvPr id="6" name="TextBox 5">
            <a:extLst>
              <a:ext uri="{FF2B5EF4-FFF2-40B4-BE49-F238E27FC236}">
                <a16:creationId xmlns:a16="http://schemas.microsoft.com/office/drawing/2014/main" id="{6E4B7340-EC0F-B08A-2FA8-B22DEF212B06}"/>
              </a:ext>
            </a:extLst>
          </p:cNvPr>
          <p:cNvSpPr txBox="1"/>
          <p:nvPr/>
        </p:nvSpPr>
        <p:spPr>
          <a:xfrm>
            <a:off x="401451" y="1168397"/>
            <a:ext cx="6353576" cy="1169551"/>
          </a:xfrm>
          <a:prstGeom prst="rect">
            <a:avLst/>
          </a:prstGeom>
          <a:noFill/>
        </p:spPr>
        <p:txBody>
          <a:bodyPr wrap="square">
            <a:spAutoFit/>
          </a:bodyPr>
          <a:lstStyle/>
          <a:p>
            <a:pPr>
              <a:buNone/>
            </a:pPr>
            <a:r>
              <a:rPr lang="vi-VN" dirty="0">
                <a:solidFill>
                  <a:schemeClr val="tx2">
                    <a:lumMod val="95000"/>
                  </a:schemeClr>
                </a:solidFill>
              </a:rPr>
              <a:t>Ứng dụng được xây dựng theo mô hình </a:t>
            </a:r>
            <a:r>
              <a:rPr lang="vi-VN" b="1" dirty="0">
                <a:solidFill>
                  <a:schemeClr val="tx2">
                    <a:lumMod val="95000"/>
                  </a:schemeClr>
                </a:solidFill>
              </a:rPr>
              <a:t>MVVM (Model – View – ViewModel)</a:t>
            </a:r>
            <a:r>
              <a:rPr lang="vi-VN" dirty="0">
                <a:solidFill>
                  <a:schemeClr val="tx2">
                    <a:lumMod val="95000"/>
                  </a:schemeClr>
                </a:solidFill>
              </a:rPr>
              <a:t>:</a:t>
            </a:r>
          </a:p>
          <a:p>
            <a:pPr marL="285750" indent="-285750">
              <a:buClr>
                <a:schemeClr val="tx2"/>
              </a:buClr>
              <a:buFont typeface="Wingdings" panose="05000000000000000000" pitchFamily="2" charset="2"/>
              <a:buChar char="v"/>
            </a:pPr>
            <a:r>
              <a:rPr lang="vi-VN" dirty="0">
                <a:solidFill>
                  <a:schemeClr val="tx2">
                    <a:lumMod val="95000"/>
                  </a:schemeClr>
                </a:solidFill>
              </a:rPr>
              <a:t>Giao diện (UI) </a:t>
            </a:r>
          </a:p>
          <a:p>
            <a:pPr marL="285750" indent="-285750">
              <a:buClr>
                <a:schemeClr val="tx2"/>
              </a:buClr>
              <a:buFont typeface="Wingdings" panose="05000000000000000000" pitchFamily="2" charset="2"/>
              <a:buChar char="v"/>
            </a:pPr>
            <a:r>
              <a:rPr lang="vi-VN" dirty="0">
                <a:solidFill>
                  <a:schemeClr val="tx2">
                    <a:lumMod val="95000"/>
                  </a:schemeClr>
                </a:solidFill>
              </a:rPr>
              <a:t>Xử lý logic </a:t>
            </a:r>
          </a:p>
          <a:p>
            <a:pPr marL="285750" indent="-285750">
              <a:buClr>
                <a:schemeClr val="tx2"/>
              </a:buClr>
              <a:buFont typeface="Wingdings" panose="05000000000000000000" pitchFamily="2" charset="2"/>
              <a:buChar char="v"/>
            </a:pPr>
            <a:r>
              <a:rPr lang="vi-VN" dirty="0">
                <a:solidFill>
                  <a:schemeClr val="tx2">
                    <a:lumMod val="95000"/>
                  </a:schemeClr>
                </a:solidFill>
              </a:rPr>
              <a:t>Dữ liệu </a:t>
            </a:r>
          </a:p>
          <a:p>
            <a:pPr marL="285750" indent="-285750">
              <a:buClr>
                <a:schemeClr val="tx2"/>
              </a:buClr>
              <a:buFont typeface="Wingdings" panose="05000000000000000000" pitchFamily="2" charset="2"/>
              <a:buChar char="v"/>
            </a:pPr>
            <a:r>
              <a:rPr lang="vi-VN" dirty="0">
                <a:solidFill>
                  <a:schemeClr val="tx2">
                    <a:lumMod val="95000"/>
                  </a:schemeClr>
                </a:solidFill>
              </a:rPr>
              <a:t>Mục tiêu: Dễ bảo trì, mở rộng  và code rõ ràng, chuyên nghiệp </a:t>
            </a:r>
          </a:p>
        </p:txBody>
      </p:sp>
      <p:pic>
        <p:nvPicPr>
          <p:cNvPr id="3" name="Picture 2">
            <a:extLst>
              <a:ext uri="{FF2B5EF4-FFF2-40B4-BE49-F238E27FC236}">
                <a16:creationId xmlns:a16="http://schemas.microsoft.com/office/drawing/2014/main" id="{1E7DE028-D342-C159-363F-00688DFF4009}"/>
              </a:ext>
            </a:extLst>
          </p:cNvPr>
          <p:cNvPicPr>
            <a:picLocks noChangeAspect="1"/>
          </p:cNvPicPr>
          <p:nvPr/>
        </p:nvPicPr>
        <p:blipFill>
          <a:blip r:embed="rId3"/>
          <a:stretch>
            <a:fillRect/>
          </a:stretch>
        </p:blipFill>
        <p:spPr>
          <a:xfrm>
            <a:off x="0" y="2488620"/>
            <a:ext cx="7084541" cy="2654880"/>
          </a:xfrm>
          <a:prstGeom prst="rect">
            <a:avLst/>
          </a:prstGeom>
        </p:spPr>
      </p:pic>
    </p:spTree>
    <p:extLst>
      <p:ext uri="{BB962C8B-B14F-4D97-AF65-F5344CB8AC3E}">
        <p14:creationId xmlns:p14="http://schemas.microsoft.com/office/powerpoint/2010/main" val="10823397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16">
          <a:extLst>
            <a:ext uri="{FF2B5EF4-FFF2-40B4-BE49-F238E27FC236}">
              <a16:creationId xmlns:a16="http://schemas.microsoft.com/office/drawing/2014/main" id="{C36E180F-3A72-523A-1E11-EA6E3CAAE5D1}"/>
            </a:ext>
          </a:extLst>
        </p:cNvPr>
        <p:cNvGrpSpPr/>
        <p:nvPr/>
      </p:nvGrpSpPr>
      <p:grpSpPr>
        <a:xfrm>
          <a:off x="0" y="0"/>
          <a:ext cx="0" cy="0"/>
          <a:chOff x="0" y="0"/>
          <a:chExt cx="0" cy="0"/>
        </a:xfrm>
      </p:grpSpPr>
      <p:sp>
        <p:nvSpPr>
          <p:cNvPr id="617" name="Google Shape;617;p34">
            <a:extLst>
              <a:ext uri="{FF2B5EF4-FFF2-40B4-BE49-F238E27FC236}">
                <a16:creationId xmlns:a16="http://schemas.microsoft.com/office/drawing/2014/main" id="{29B31F41-EAA0-FB50-8CA7-D67EAE837D7B}"/>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US" dirty="0" err="1"/>
              <a:t>Kiến</a:t>
            </a:r>
            <a:r>
              <a:rPr lang="en-US" dirty="0"/>
              <a:t> </a:t>
            </a:r>
            <a:r>
              <a:rPr lang="en-US" dirty="0" err="1"/>
              <a:t>trúc</a:t>
            </a:r>
            <a:r>
              <a:rPr lang="en-US" dirty="0"/>
              <a:t> </a:t>
            </a:r>
            <a:r>
              <a:rPr lang="en-US" dirty="0" err="1"/>
              <a:t>hệ</a:t>
            </a:r>
            <a:r>
              <a:rPr lang="en-US" dirty="0"/>
              <a:t> </a:t>
            </a:r>
            <a:r>
              <a:rPr lang="en-US" dirty="0" err="1"/>
              <a:t>thống</a:t>
            </a:r>
            <a:endParaRPr dirty="0"/>
          </a:p>
        </p:txBody>
      </p:sp>
      <p:sp>
        <p:nvSpPr>
          <p:cNvPr id="620" name="Google Shape;620;p34">
            <a:extLst>
              <a:ext uri="{FF2B5EF4-FFF2-40B4-BE49-F238E27FC236}">
                <a16:creationId xmlns:a16="http://schemas.microsoft.com/office/drawing/2014/main" id="{1024D3CB-BA47-17B4-B9AD-1663B303AB21}"/>
              </a:ext>
            </a:extLst>
          </p:cNvPr>
          <p:cNvSpPr/>
          <p:nvPr/>
        </p:nvSpPr>
        <p:spPr>
          <a:xfrm>
            <a:off x="2802525" y="4198275"/>
            <a:ext cx="1588500" cy="1588500"/>
          </a:xfrm>
          <a:prstGeom prst="donut">
            <a:avLst>
              <a:gd name="adj" fmla="val 14749"/>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nvGrpSpPr>
          <p:cNvPr id="621" name="Google Shape;621;p34">
            <a:extLst>
              <a:ext uri="{FF2B5EF4-FFF2-40B4-BE49-F238E27FC236}">
                <a16:creationId xmlns:a16="http://schemas.microsoft.com/office/drawing/2014/main" id="{EB1FF2A7-20F5-21E8-5299-06EE912A3479}"/>
              </a:ext>
            </a:extLst>
          </p:cNvPr>
          <p:cNvGrpSpPr/>
          <p:nvPr/>
        </p:nvGrpSpPr>
        <p:grpSpPr>
          <a:xfrm rot="5400000">
            <a:off x="669871" y="3886650"/>
            <a:ext cx="86700" cy="709941"/>
            <a:chOff x="8750921" y="3885175"/>
            <a:chExt cx="86700" cy="709941"/>
          </a:xfrm>
        </p:grpSpPr>
        <p:sp>
          <p:nvSpPr>
            <p:cNvPr id="622" name="Google Shape;622;p34">
              <a:extLst>
                <a:ext uri="{FF2B5EF4-FFF2-40B4-BE49-F238E27FC236}">
                  <a16:creationId xmlns:a16="http://schemas.microsoft.com/office/drawing/2014/main" id="{5338AEAD-A3A6-7CB0-F079-211860D5063F}"/>
                </a:ext>
              </a:extLst>
            </p:cNvPr>
            <p:cNvSpPr/>
            <p:nvPr/>
          </p:nvSpPr>
          <p:spPr>
            <a:xfrm>
              <a:off x="8750921" y="3885175"/>
              <a:ext cx="86700" cy="864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623" name="Google Shape;623;p34">
              <a:extLst>
                <a:ext uri="{FF2B5EF4-FFF2-40B4-BE49-F238E27FC236}">
                  <a16:creationId xmlns:a16="http://schemas.microsoft.com/office/drawing/2014/main" id="{C72E9F8C-2D96-4052-B078-46E4B88318FC}"/>
                </a:ext>
              </a:extLst>
            </p:cNvPr>
            <p:cNvSpPr/>
            <p:nvPr/>
          </p:nvSpPr>
          <p:spPr>
            <a:xfrm>
              <a:off x="8750921" y="4196946"/>
              <a:ext cx="86700" cy="864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624" name="Google Shape;624;p34">
              <a:extLst>
                <a:ext uri="{FF2B5EF4-FFF2-40B4-BE49-F238E27FC236}">
                  <a16:creationId xmlns:a16="http://schemas.microsoft.com/office/drawing/2014/main" id="{6DB20855-54B5-9095-7436-E1EEAC8F5026}"/>
                </a:ext>
              </a:extLst>
            </p:cNvPr>
            <p:cNvSpPr/>
            <p:nvPr/>
          </p:nvSpPr>
          <p:spPr>
            <a:xfrm>
              <a:off x="8750921" y="4508716"/>
              <a:ext cx="86700" cy="864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sp>
        <p:nvSpPr>
          <p:cNvPr id="8" name="TextBox 7">
            <a:extLst>
              <a:ext uri="{FF2B5EF4-FFF2-40B4-BE49-F238E27FC236}">
                <a16:creationId xmlns:a16="http://schemas.microsoft.com/office/drawing/2014/main" id="{6391D7FF-2C29-29E7-B35C-178C71A04CE0}"/>
              </a:ext>
            </a:extLst>
          </p:cNvPr>
          <p:cNvSpPr txBox="1"/>
          <p:nvPr/>
        </p:nvSpPr>
        <p:spPr>
          <a:xfrm>
            <a:off x="444650" y="1192853"/>
            <a:ext cx="4959371" cy="954107"/>
          </a:xfrm>
          <a:prstGeom prst="rect">
            <a:avLst/>
          </a:prstGeom>
          <a:noFill/>
        </p:spPr>
        <p:txBody>
          <a:bodyPr wrap="square">
            <a:spAutoFit/>
          </a:bodyPr>
          <a:lstStyle/>
          <a:p>
            <a:pPr>
              <a:buNone/>
            </a:pPr>
            <a:r>
              <a:rPr lang="vi-VN" b="1" dirty="0">
                <a:solidFill>
                  <a:schemeClr val="tx2">
                    <a:lumMod val="95000"/>
                  </a:schemeClr>
                </a:solidFill>
              </a:rPr>
              <a:t>View (Giao diện – Activity / Fragment)</a:t>
            </a:r>
          </a:p>
          <a:p>
            <a:pPr marL="285750" indent="-285750">
              <a:buClr>
                <a:schemeClr val="tx2"/>
              </a:buClr>
              <a:buFont typeface="Wingdings" panose="05000000000000000000" pitchFamily="2" charset="2"/>
              <a:buChar char="v"/>
            </a:pPr>
            <a:r>
              <a:rPr lang="vi-VN" dirty="0">
                <a:solidFill>
                  <a:schemeClr val="tx2"/>
                </a:solidFill>
              </a:rPr>
              <a:t>Hiển thị dữ liệu cho người dùng </a:t>
            </a:r>
          </a:p>
          <a:p>
            <a:pPr marL="285750" indent="-285750">
              <a:buClr>
                <a:schemeClr val="tx2"/>
              </a:buClr>
              <a:buFont typeface="Wingdings" panose="05000000000000000000" pitchFamily="2" charset="2"/>
              <a:buChar char="v"/>
            </a:pPr>
            <a:r>
              <a:rPr lang="vi-VN" dirty="0">
                <a:solidFill>
                  <a:schemeClr val="tx2"/>
                </a:solidFill>
              </a:rPr>
              <a:t>Nhận thao tác (click, nhập liệu) </a:t>
            </a:r>
          </a:p>
          <a:p>
            <a:pPr marL="285750" indent="-285750">
              <a:buClr>
                <a:schemeClr val="tx2"/>
              </a:buClr>
              <a:buFont typeface="Wingdings" panose="05000000000000000000" pitchFamily="2" charset="2"/>
              <a:buChar char="v"/>
            </a:pPr>
            <a:r>
              <a:rPr lang="vi-VN" dirty="0">
                <a:solidFill>
                  <a:schemeClr val="tx2"/>
                </a:solidFill>
              </a:rPr>
              <a:t>Ví dụ: LoginActivity, MainActivity, AddMotorcycleActivity </a:t>
            </a:r>
          </a:p>
        </p:txBody>
      </p:sp>
      <p:sp>
        <p:nvSpPr>
          <p:cNvPr id="4" name="TextBox 3">
            <a:extLst>
              <a:ext uri="{FF2B5EF4-FFF2-40B4-BE49-F238E27FC236}">
                <a16:creationId xmlns:a16="http://schemas.microsoft.com/office/drawing/2014/main" id="{1571DD7F-ABB5-2CD8-DFD9-07F960B3876B}"/>
              </a:ext>
            </a:extLst>
          </p:cNvPr>
          <p:cNvSpPr txBox="1"/>
          <p:nvPr/>
        </p:nvSpPr>
        <p:spPr>
          <a:xfrm>
            <a:off x="5518540" y="1192853"/>
            <a:ext cx="2909095" cy="1169551"/>
          </a:xfrm>
          <a:prstGeom prst="rect">
            <a:avLst/>
          </a:prstGeom>
          <a:noFill/>
        </p:spPr>
        <p:txBody>
          <a:bodyPr wrap="square">
            <a:spAutoFit/>
          </a:bodyPr>
          <a:lstStyle/>
          <a:p>
            <a:pPr>
              <a:buNone/>
            </a:pPr>
            <a:r>
              <a:rPr lang="en-US" b="1" dirty="0" err="1">
                <a:solidFill>
                  <a:schemeClr val="tx2"/>
                </a:solidFill>
              </a:rPr>
              <a:t>ViewModel</a:t>
            </a:r>
            <a:r>
              <a:rPr lang="en-US" b="1" dirty="0">
                <a:solidFill>
                  <a:schemeClr val="tx2"/>
                </a:solidFill>
              </a:rPr>
              <a:t> (</a:t>
            </a:r>
            <a:r>
              <a:rPr lang="en-US" b="1" dirty="0" err="1">
                <a:solidFill>
                  <a:schemeClr val="tx2"/>
                </a:solidFill>
              </a:rPr>
              <a:t>Xử</a:t>
            </a:r>
            <a:r>
              <a:rPr lang="en-US" b="1" dirty="0">
                <a:solidFill>
                  <a:schemeClr val="tx2"/>
                </a:solidFill>
              </a:rPr>
              <a:t> </a:t>
            </a:r>
            <a:r>
              <a:rPr lang="en-US" b="1" dirty="0" err="1">
                <a:solidFill>
                  <a:schemeClr val="tx2"/>
                </a:solidFill>
              </a:rPr>
              <a:t>lý</a:t>
            </a:r>
            <a:r>
              <a:rPr lang="en-US" b="1" dirty="0">
                <a:solidFill>
                  <a:schemeClr val="tx2"/>
                </a:solidFill>
              </a:rPr>
              <a:t> logic)</a:t>
            </a:r>
            <a:r>
              <a:rPr lang="vi-VN" b="1" dirty="0">
                <a:solidFill>
                  <a:schemeClr val="tx2"/>
                </a:solidFill>
              </a:rPr>
              <a:t>:</a:t>
            </a:r>
            <a:endParaRPr lang="en-US" b="1" dirty="0">
              <a:solidFill>
                <a:schemeClr val="tx2"/>
              </a:solidFill>
            </a:endParaRPr>
          </a:p>
          <a:p>
            <a:pPr marL="285750" indent="-285750">
              <a:buClr>
                <a:schemeClr val="tx2"/>
              </a:buClr>
              <a:buFont typeface="Wingdings" panose="05000000000000000000" pitchFamily="2" charset="2"/>
              <a:buChar char="v"/>
            </a:pPr>
            <a:r>
              <a:rPr lang="en-US" dirty="0" err="1">
                <a:solidFill>
                  <a:schemeClr val="tx2"/>
                </a:solidFill>
              </a:rPr>
              <a:t>Nhận</a:t>
            </a:r>
            <a:r>
              <a:rPr lang="en-US" dirty="0">
                <a:solidFill>
                  <a:schemeClr val="tx2"/>
                </a:solidFill>
              </a:rPr>
              <a:t> </a:t>
            </a:r>
            <a:r>
              <a:rPr lang="en-US" dirty="0" err="1">
                <a:solidFill>
                  <a:schemeClr val="tx2"/>
                </a:solidFill>
              </a:rPr>
              <a:t>dữ</a:t>
            </a:r>
            <a:r>
              <a:rPr lang="en-US" dirty="0">
                <a:solidFill>
                  <a:schemeClr val="tx2"/>
                </a:solidFill>
              </a:rPr>
              <a:t> </a:t>
            </a:r>
            <a:r>
              <a:rPr lang="en-US" dirty="0" err="1">
                <a:solidFill>
                  <a:schemeClr val="tx2"/>
                </a:solidFill>
              </a:rPr>
              <a:t>liệu</a:t>
            </a:r>
            <a:r>
              <a:rPr lang="en-US" dirty="0">
                <a:solidFill>
                  <a:schemeClr val="tx2"/>
                </a:solidFill>
              </a:rPr>
              <a:t> </a:t>
            </a:r>
            <a:r>
              <a:rPr lang="en-US" dirty="0" err="1">
                <a:solidFill>
                  <a:schemeClr val="tx2"/>
                </a:solidFill>
              </a:rPr>
              <a:t>từ</a:t>
            </a:r>
            <a:r>
              <a:rPr lang="en-US" dirty="0">
                <a:solidFill>
                  <a:schemeClr val="tx2"/>
                </a:solidFill>
              </a:rPr>
              <a:t> View </a:t>
            </a:r>
          </a:p>
          <a:p>
            <a:pPr marL="285750" indent="-285750">
              <a:buClr>
                <a:schemeClr val="tx2"/>
              </a:buClr>
              <a:buFont typeface="Wingdings" panose="05000000000000000000" pitchFamily="2" charset="2"/>
              <a:buChar char="v"/>
            </a:pPr>
            <a:r>
              <a:rPr lang="en-US" dirty="0" err="1">
                <a:solidFill>
                  <a:schemeClr val="tx2"/>
                </a:solidFill>
              </a:rPr>
              <a:t>Xử</a:t>
            </a:r>
            <a:r>
              <a:rPr lang="en-US" dirty="0">
                <a:solidFill>
                  <a:schemeClr val="tx2"/>
                </a:solidFill>
              </a:rPr>
              <a:t> </a:t>
            </a:r>
            <a:r>
              <a:rPr lang="en-US" dirty="0" err="1">
                <a:solidFill>
                  <a:schemeClr val="tx2"/>
                </a:solidFill>
              </a:rPr>
              <a:t>lý</a:t>
            </a:r>
            <a:r>
              <a:rPr lang="en-US" dirty="0">
                <a:solidFill>
                  <a:schemeClr val="tx2"/>
                </a:solidFill>
              </a:rPr>
              <a:t> </a:t>
            </a:r>
            <a:r>
              <a:rPr lang="en-US" dirty="0" err="1">
                <a:solidFill>
                  <a:schemeClr val="tx2"/>
                </a:solidFill>
              </a:rPr>
              <a:t>nghiệp</a:t>
            </a:r>
            <a:r>
              <a:rPr lang="en-US" dirty="0">
                <a:solidFill>
                  <a:schemeClr val="tx2"/>
                </a:solidFill>
              </a:rPr>
              <a:t> </a:t>
            </a:r>
            <a:r>
              <a:rPr lang="en-US" dirty="0" err="1">
                <a:solidFill>
                  <a:schemeClr val="tx2"/>
                </a:solidFill>
              </a:rPr>
              <a:t>vụ</a:t>
            </a:r>
            <a:r>
              <a:rPr lang="en-US" dirty="0">
                <a:solidFill>
                  <a:schemeClr val="tx2"/>
                </a:solidFill>
              </a:rPr>
              <a:t> </a:t>
            </a:r>
          </a:p>
          <a:p>
            <a:pPr marL="285750" indent="-285750">
              <a:buClr>
                <a:schemeClr val="tx2"/>
              </a:buClr>
              <a:buFont typeface="Wingdings" panose="05000000000000000000" pitchFamily="2" charset="2"/>
              <a:buChar char="v"/>
            </a:pPr>
            <a:r>
              <a:rPr lang="en-US" dirty="0" err="1">
                <a:solidFill>
                  <a:schemeClr val="tx2"/>
                </a:solidFill>
              </a:rPr>
              <a:t>Gửi</a:t>
            </a:r>
            <a:r>
              <a:rPr lang="en-US" dirty="0">
                <a:solidFill>
                  <a:schemeClr val="tx2"/>
                </a:solidFill>
              </a:rPr>
              <a:t> </a:t>
            </a:r>
            <a:r>
              <a:rPr lang="en-US" dirty="0" err="1">
                <a:solidFill>
                  <a:schemeClr val="tx2"/>
                </a:solidFill>
              </a:rPr>
              <a:t>dữ</a:t>
            </a:r>
            <a:r>
              <a:rPr lang="en-US" dirty="0">
                <a:solidFill>
                  <a:schemeClr val="tx2"/>
                </a:solidFill>
              </a:rPr>
              <a:t> </a:t>
            </a:r>
            <a:r>
              <a:rPr lang="en-US" dirty="0" err="1">
                <a:solidFill>
                  <a:schemeClr val="tx2"/>
                </a:solidFill>
              </a:rPr>
              <a:t>liệu</a:t>
            </a:r>
            <a:r>
              <a:rPr lang="en-US" dirty="0">
                <a:solidFill>
                  <a:schemeClr val="tx2"/>
                </a:solidFill>
              </a:rPr>
              <a:t> </a:t>
            </a:r>
            <a:r>
              <a:rPr lang="en-US" dirty="0" err="1">
                <a:solidFill>
                  <a:schemeClr val="tx2"/>
                </a:solidFill>
              </a:rPr>
              <a:t>xuống</a:t>
            </a:r>
            <a:r>
              <a:rPr lang="en-US" dirty="0">
                <a:solidFill>
                  <a:schemeClr val="tx2"/>
                </a:solidFill>
              </a:rPr>
              <a:t> Model </a:t>
            </a:r>
          </a:p>
          <a:p>
            <a:pPr marL="285750" indent="-285750">
              <a:buClr>
                <a:schemeClr val="tx2"/>
              </a:buClr>
              <a:buFont typeface="Wingdings" panose="05000000000000000000" pitchFamily="2" charset="2"/>
              <a:buChar char="v"/>
            </a:pPr>
            <a:r>
              <a:rPr lang="en-US" dirty="0">
                <a:solidFill>
                  <a:schemeClr val="tx2"/>
                </a:solidFill>
              </a:rPr>
              <a:t>Trả </a:t>
            </a:r>
            <a:r>
              <a:rPr lang="en-US" dirty="0" err="1">
                <a:solidFill>
                  <a:schemeClr val="tx2"/>
                </a:solidFill>
              </a:rPr>
              <a:t>kết</a:t>
            </a:r>
            <a:r>
              <a:rPr lang="en-US" dirty="0">
                <a:solidFill>
                  <a:schemeClr val="tx2"/>
                </a:solidFill>
              </a:rPr>
              <a:t> </a:t>
            </a:r>
            <a:r>
              <a:rPr lang="en-US" dirty="0" err="1">
                <a:solidFill>
                  <a:schemeClr val="tx2"/>
                </a:solidFill>
              </a:rPr>
              <a:t>quả</a:t>
            </a:r>
            <a:r>
              <a:rPr lang="en-US" dirty="0">
                <a:solidFill>
                  <a:schemeClr val="tx2"/>
                </a:solidFill>
              </a:rPr>
              <a:t> </a:t>
            </a:r>
            <a:r>
              <a:rPr lang="en-US" dirty="0" err="1">
                <a:solidFill>
                  <a:schemeClr val="tx2"/>
                </a:solidFill>
              </a:rPr>
              <a:t>về</a:t>
            </a:r>
            <a:r>
              <a:rPr lang="en-US" dirty="0">
                <a:solidFill>
                  <a:schemeClr val="tx2"/>
                </a:solidFill>
              </a:rPr>
              <a:t> View </a:t>
            </a:r>
          </a:p>
        </p:txBody>
      </p:sp>
      <p:sp>
        <p:nvSpPr>
          <p:cNvPr id="7" name="TextBox 6">
            <a:extLst>
              <a:ext uri="{FF2B5EF4-FFF2-40B4-BE49-F238E27FC236}">
                <a16:creationId xmlns:a16="http://schemas.microsoft.com/office/drawing/2014/main" id="{9BA4BAF4-B6C9-ADF0-BD0D-CFFD59B2F428}"/>
              </a:ext>
            </a:extLst>
          </p:cNvPr>
          <p:cNvSpPr txBox="1"/>
          <p:nvPr/>
        </p:nvSpPr>
        <p:spPr>
          <a:xfrm>
            <a:off x="444650" y="2322088"/>
            <a:ext cx="3580151" cy="954107"/>
          </a:xfrm>
          <a:prstGeom prst="rect">
            <a:avLst/>
          </a:prstGeom>
          <a:noFill/>
        </p:spPr>
        <p:txBody>
          <a:bodyPr wrap="square">
            <a:spAutoFit/>
          </a:bodyPr>
          <a:lstStyle/>
          <a:p>
            <a:pPr>
              <a:buNone/>
            </a:pPr>
            <a:r>
              <a:rPr lang="vi-VN" b="1" dirty="0">
                <a:solidFill>
                  <a:schemeClr val="tx2"/>
                </a:solidFill>
              </a:rPr>
              <a:t>Model (Dữ liệu): </a:t>
            </a:r>
            <a:r>
              <a:rPr lang="vi-VN" dirty="0">
                <a:solidFill>
                  <a:schemeClr val="tx2"/>
                </a:solidFill>
              </a:rPr>
              <a:t>Class Java và Database</a:t>
            </a:r>
          </a:p>
          <a:p>
            <a:pPr marL="285750" indent="-285750">
              <a:buClr>
                <a:schemeClr val="tx2"/>
              </a:buClr>
              <a:buFont typeface="Wingdings" panose="05000000000000000000" pitchFamily="2" charset="2"/>
              <a:buChar char="v"/>
            </a:pPr>
            <a:r>
              <a:rPr lang="vi-VN" dirty="0">
                <a:solidFill>
                  <a:schemeClr val="tx2"/>
                </a:solidFill>
              </a:rPr>
              <a:t>Lưu trữ dữ liệu </a:t>
            </a:r>
          </a:p>
          <a:p>
            <a:pPr marL="285750" indent="-285750">
              <a:buClr>
                <a:schemeClr val="tx2"/>
              </a:buClr>
              <a:buFont typeface="Wingdings" panose="05000000000000000000" pitchFamily="2" charset="2"/>
              <a:buChar char="v"/>
            </a:pPr>
            <a:r>
              <a:rPr lang="vi-VN" dirty="0">
                <a:solidFill>
                  <a:schemeClr val="tx2"/>
                </a:solidFill>
              </a:rPr>
              <a:t>Truy vấn dữ liệu </a:t>
            </a:r>
          </a:p>
          <a:p>
            <a:pPr marL="285750" indent="-285750">
              <a:buClr>
                <a:schemeClr val="tx2"/>
              </a:buClr>
              <a:buFont typeface="Wingdings" panose="05000000000000000000" pitchFamily="2" charset="2"/>
              <a:buChar char="v"/>
            </a:pPr>
            <a:r>
              <a:rPr lang="vi-VN" dirty="0">
                <a:solidFill>
                  <a:schemeClr val="tx2"/>
                </a:solidFill>
              </a:rPr>
              <a:t>Cung cấp dữ liệu cho ViewModel</a:t>
            </a:r>
          </a:p>
        </p:txBody>
      </p:sp>
      <p:pic>
        <p:nvPicPr>
          <p:cNvPr id="12" name="Picture 11">
            <a:extLst>
              <a:ext uri="{FF2B5EF4-FFF2-40B4-BE49-F238E27FC236}">
                <a16:creationId xmlns:a16="http://schemas.microsoft.com/office/drawing/2014/main" id="{C34FF27A-0989-F043-0349-20EF0207CECE}"/>
              </a:ext>
            </a:extLst>
          </p:cNvPr>
          <p:cNvPicPr>
            <a:picLocks noChangeAspect="1"/>
          </p:cNvPicPr>
          <p:nvPr/>
        </p:nvPicPr>
        <p:blipFill>
          <a:blip r:embed="rId3"/>
          <a:stretch>
            <a:fillRect/>
          </a:stretch>
        </p:blipFill>
        <p:spPr>
          <a:xfrm>
            <a:off x="1" y="3409708"/>
            <a:ext cx="7092778" cy="1733792"/>
          </a:xfrm>
          <a:prstGeom prst="rect">
            <a:avLst/>
          </a:prstGeom>
        </p:spPr>
      </p:pic>
    </p:spTree>
    <p:extLst>
      <p:ext uri="{BB962C8B-B14F-4D97-AF65-F5344CB8AC3E}">
        <p14:creationId xmlns:p14="http://schemas.microsoft.com/office/powerpoint/2010/main" val="40301242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16">
          <a:extLst>
            <a:ext uri="{FF2B5EF4-FFF2-40B4-BE49-F238E27FC236}">
              <a16:creationId xmlns:a16="http://schemas.microsoft.com/office/drawing/2014/main" id="{A8FA9C03-4056-EC9D-969E-315191D40EA9}"/>
            </a:ext>
          </a:extLst>
        </p:cNvPr>
        <p:cNvGrpSpPr/>
        <p:nvPr/>
      </p:nvGrpSpPr>
      <p:grpSpPr>
        <a:xfrm>
          <a:off x="0" y="0"/>
          <a:ext cx="0" cy="0"/>
          <a:chOff x="0" y="0"/>
          <a:chExt cx="0" cy="0"/>
        </a:xfrm>
      </p:grpSpPr>
      <p:sp>
        <p:nvSpPr>
          <p:cNvPr id="620" name="Google Shape;620;p34">
            <a:extLst>
              <a:ext uri="{FF2B5EF4-FFF2-40B4-BE49-F238E27FC236}">
                <a16:creationId xmlns:a16="http://schemas.microsoft.com/office/drawing/2014/main" id="{DAD9A352-813E-7D7C-E5B6-7C7E2B759E5B}"/>
              </a:ext>
            </a:extLst>
          </p:cNvPr>
          <p:cNvSpPr/>
          <p:nvPr/>
        </p:nvSpPr>
        <p:spPr>
          <a:xfrm>
            <a:off x="2802525" y="4198275"/>
            <a:ext cx="1588500" cy="1588500"/>
          </a:xfrm>
          <a:prstGeom prst="donut">
            <a:avLst>
              <a:gd name="adj" fmla="val 14749"/>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nvGrpSpPr>
          <p:cNvPr id="621" name="Google Shape;621;p34">
            <a:extLst>
              <a:ext uri="{FF2B5EF4-FFF2-40B4-BE49-F238E27FC236}">
                <a16:creationId xmlns:a16="http://schemas.microsoft.com/office/drawing/2014/main" id="{792CB935-D0AB-45BE-C3E4-7018A070CE51}"/>
              </a:ext>
            </a:extLst>
          </p:cNvPr>
          <p:cNvGrpSpPr/>
          <p:nvPr/>
        </p:nvGrpSpPr>
        <p:grpSpPr>
          <a:xfrm rot="5400000">
            <a:off x="669871" y="3886650"/>
            <a:ext cx="86700" cy="709941"/>
            <a:chOff x="8750921" y="3885175"/>
            <a:chExt cx="86700" cy="709941"/>
          </a:xfrm>
        </p:grpSpPr>
        <p:sp>
          <p:nvSpPr>
            <p:cNvPr id="622" name="Google Shape;622;p34">
              <a:extLst>
                <a:ext uri="{FF2B5EF4-FFF2-40B4-BE49-F238E27FC236}">
                  <a16:creationId xmlns:a16="http://schemas.microsoft.com/office/drawing/2014/main" id="{3A097413-D6D5-6446-C9AC-BE9671B5CB8D}"/>
                </a:ext>
              </a:extLst>
            </p:cNvPr>
            <p:cNvSpPr/>
            <p:nvPr/>
          </p:nvSpPr>
          <p:spPr>
            <a:xfrm>
              <a:off x="8750921" y="3885175"/>
              <a:ext cx="86700" cy="864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623" name="Google Shape;623;p34">
              <a:extLst>
                <a:ext uri="{FF2B5EF4-FFF2-40B4-BE49-F238E27FC236}">
                  <a16:creationId xmlns:a16="http://schemas.microsoft.com/office/drawing/2014/main" id="{C0232220-5744-F728-03D1-77745B6AA7BF}"/>
                </a:ext>
              </a:extLst>
            </p:cNvPr>
            <p:cNvSpPr/>
            <p:nvPr/>
          </p:nvSpPr>
          <p:spPr>
            <a:xfrm>
              <a:off x="8750921" y="4196946"/>
              <a:ext cx="86700" cy="864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624" name="Google Shape;624;p34">
              <a:extLst>
                <a:ext uri="{FF2B5EF4-FFF2-40B4-BE49-F238E27FC236}">
                  <a16:creationId xmlns:a16="http://schemas.microsoft.com/office/drawing/2014/main" id="{E7612D33-0544-B316-07E2-545C6F695FDB}"/>
                </a:ext>
              </a:extLst>
            </p:cNvPr>
            <p:cNvSpPr/>
            <p:nvPr/>
          </p:nvSpPr>
          <p:spPr>
            <a:xfrm>
              <a:off x="8750921" y="4508716"/>
              <a:ext cx="86700" cy="864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pic>
        <p:nvPicPr>
          <p:cNvPr id="6" name="Picture 5">
            <a:extLst>
              <a:ext uri="{FF2B5EF4-FFF2-40B4-BE49-F238E27FC236}">
                <a16:creationId xmlns:a16="http://schemas.microsoft.com/office/drawing/2014/main" id="{52E2B83F-E299-81DD-58AC-A55A7CD699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8436"/>
            <a:ext cx="9143999" cy="5210655"/>
          </a:xfrm>
          <a:prstGeom prst="rect">
            <a:avLst/>
          </a:prstGeom>
        </p:spPr>
      </p:pic>
    </p:spTree>
    <p:extLst>
      <p:ext uri="{BB962C8B-B14F-4D97-AF65-F5344CB8AC3E}">
        <p14:creationId xmlns:p14="http://schemas.microsoft.com/office/powerpoint/2010/main" val="5887313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46"/>
        <p:cNvGrpSpPr/>
        <p:nvPr/>
      </p:nvGrpSpPr>
      <p:grpSpPr>
        <a:xfrm>
          <a:off x="0" y="0"/>
          <a:ext cx="0" cy="0"/>
          <a:chOff x="0" y="0"/>
          <a:chExt cx="0" cy="0"/>
        </a:xfrm>
      </p:grpSpPr>
      <p:sp>
        <p:nvSpPr>
          <p:cNvPr id="1047" name="Google Shape;1047;p47"/>
          <p:cNvSpPr/>
          <p:nvPr/>
        </p:nvSpPr>
        <p:spPr>
          <a:xfrm>
            <a:off x="4814750" y="686525"/>
            <a:ext cx="3202800" cy="39222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pic>
        <p:nvPicPr>
          <p:cNvPr id="1048" name="Google Shape;1048;p47"/>
          <p:cNvPicPr preferRelativeResize="0">
            <a:picLocks noGrp="1"/>
          </p:cNvPicPr>
          <p:nvPr>
            <p:ph type="pic" idx="2"/>
          </p:nvPr>
        </p:nvPicPr>
        <p:blipFill rotWithShape="1">
          <a:blip r:embed="rId3">
            <a:alphaModFix/>
          </a:blip>
          <a:srcRect t="2926" b="15575"/>
          <a:stretch/>
        </p:blipFill>
        <p:spPr>
          <a:xfrm>
            <a:off x="4675550" y="533875"/>
            <a:ext cx="3202801" cy="3922202"/>
          </a:xfrm>
          <a:prstGeom prst="rect">
            <a:avLst/>
          </a:prstGeom>
        </p:spPr>
      </p:pic>
      <p:sp>
        <p:nvSpPr>
          <p:cNvPr id="1049" name="Google Shape;1049;p47"/>
          <p:cNvSpPr txBox="1">
            <a:spLocks noGrp="1"/>
          </p:cNvSpPr>
          <p:nvPr>
            <p:ph type="title"/>
          </p:nvPr>
        </p:nvSpPr>
        <p:spPr>
          <a:xfrm>
            <a:off x="1264863" y="719700"/>
            <a:ext cx="2769900" cy="2348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sz="5000" dirty="0"/>
              <a:t>Demo và </a:t>
            </a:r>
            <a:br>
              <a:rPr lang="vi-VN" sz="5000" dirty="0"/>
            </a:br>
            <a:r>
              <a:rPr lang="vi-VN" sz="5000" dirty="0"/>
              <a:t>tổng kết</a:t>
            </a:r>
            <a:endParaRPr sz="5000" dirty="0"/>
          </a:p>
        </p:txBody>
      </p:sp>
      <p:grpSp>
        <p:nvGrpSpPr>
          <p:cNvPr id="1051" name="Google Shape;1051;p47"/>
          <p:cNvGrpSpPr/>
          <p:nvPr/>
        </p:nvGrpSpPr>
        <p:grpSpPr>
          <a:xfrm>
            <a:off x="7815606" y="2849777"/>
            <a:ext cx="489317" cy="344700"/>
            <a:chOff x="3505000" y="2578075"/>
            <a:chExt cx="1546025" cy="1089100"/>
          </a:xfrm>
        </p:grpSpPr>
        <p:grpSp>
          <p:nvGrpSpPr>
            <p:cNvPr id="1052" name="Google Shape;1052;p47"/>
            <p:cNvGrpSpPr/>
            <p:nvPr/>
          </p:nvGrpSpPr>
          <p:grpSpPr>
            <a:xfrm>
              <a:off x="3505000" y="2578075"/>
              <a:ext cx="232500" cy="1089100"/>
              <a:chOff x="3505000" y="595000"/>
              <a:chExt cx="232500" cy="1089100"/>
            </a:xfrm>
          </p:grpSpPr>
          <p:sp>
            <p:nvSpPr>
              <p:cNvPr id="1053" name="Google Shape;1053;p47"/>
              <p:cNvSpPr/>
              <p:nvPr/>
            </p:nvSpPr>
            <p:spPr>
              <a:xfrm>
                <a:off x="3505000" y="5950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1054" name="Google Shape;1054;p47"/>
              <p:cNvSpPr/>
              <p:nvPr/>
            </p:nvSpPr>
            <p:spPr>
              <a:xfrm>
                <a:off x="3505000" y="10233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1055" name="Google Shape;1055;p47"/>
              <p:cNvSpPr/>
              <p:nvPr/>
            </p:nvSpPr>
            <p:spPr>
              <a:xfrm>
                <a:off x="3505000" y="14516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grpSp>
          <p:nvGrpSpPr>
            <p:cNvPr id="1056" name="Google Shape;1056;p47"/>
            <p:cNvGrpSpPr/>
            <p:nvPr/>
          </p:nvGrpSpPr>
          <p:grpSpPr>
            <a:xfrm>
              <a:off x="3928475" y="2578075"/>
              <a:ext cx="232500" cy="1089100"/>
              <a:chOff x="3505000" y="595000"/>
              <a:chExt cx="232500" cy="1089100"/>
            </a:xfrm>
          </p:grpSpPr>
          <p:sp>
            <p:nvSpPr>
              <p:cNvPr id="1057" name="Google Shape;1057;p47"/>
              <p:cNvSpPr/>
              <p:nvPr/>
            </p:nvSpPr>
            <p:spPr>
              <a:xfrm>
                <a:off x="3505000" y="5950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1058" name="Google Shape;1058;p47"/>
              <p:cNvSpPr/>
              <p:nvPr/>
            </p:nvSpPr>
            <p:spPr>
              <a:xfrm>
                <a:off x="3505000" y="10233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1059" name="Google Shape;1059;p47"/>
              <p:cNvSpPr/>
              <p:nvPr/>
            </p:nvSpPr>
            <p:spPr>
              <a:xfrm>
                <a:off x="3505000" y="14516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grpSp>
          <p:nvGrpSpPr>
            <p:cNvPr id="1060" name="Google Shape;1060;p47"/>
            <p:cNvGrpSpPr/>
            <p:nvPr/>
          </p:nvGrpSpPr>
          <p:grpSpPr>
            <a:xfrm>
              <a:off x="4395050" y="2578075"/>
              <a:ext cx="232500" cy="1089100"/>
              <a:chOff x="3505000" y="595000"/>
              <a:chExt cx="232500" cy="1089100"/>
            </a:xfrm>
          </p:grpSpPr>
          <p:sp>
            <p:nvSpPr>
              <p:cNvPr id="1061" name="Google Shape;1061;p47"/>
              <p:cNvSpPr/>
              <p:nvPr/>
            </p:nvSpPr>
            <p:spPr>
              <a:xfrm>
                <a:off x="3505000" y="5950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1062" name="Google Shape;1062;p47"/>
              <p:cNvSpPr/>
              <p:nvPr/>
            </p:nvSpPr>
            <p:spPr>
              <a:xfrm>
                <a:off x="3505000" y="10233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1063" name="Google Shape;1063;p47"/>
              <p:cNvSpPr/>
              <p:nvPr/>
            </p:nvSpPr>
            <p:spPr>
              <a:xfrm>
                <a:off x="3505000" y="14516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grpSp>
          <p:nvGrpSpPr>
            <p:cNvPr id="1064" name="Google Shape;1064;p47"/>
            <p:cNvGrpSpPr/>
            <p:nvPr/>
          </p:nvGrpSpPr>
          <p:grpSpPr>
            <a:xfrm>
              <a:off x="4818525" y="2578075"/>
              <a:ext cx="232500" cy="1089100"/>
              <a:chOff x="3505000" y="595000"/>
              <a:chExt cx="232500" cy="1089100"/>
            </a:xfrm>
          </p:grpSpPr>
          <p:sp>
            <p:nvSpPr>
              <p:cNvPr id="1065" name="Google Shape;1065;p47"/>
              <p:cNvSpPr/>
              <p:nvPr/>
            </p:nvSpPr>
            <p:spPr>
              <a:xfrm>
                <a:off x="3505000" y="5950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1066" name="Google Shape;1066;p47"/>
              <p:cNvSpPr/>
              <p:nvPr/>
            </p:nvSpPr>
            <p:spPr>
              <a:xfrm>
                <a:off x="3505000" y="10233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1067" name="Google Shape;1067;p47"/>
              <p:cNvSpPr/>
              <p:nvPr/>
            </p:nvSpPr>
            <p:spPr>
              <a:xfrm>
                <a:off x="3505000" y="14516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grpSp>
      <p:sp>
        <p:nvSpPr>
          <p:cNvPr id="4" name="Google Shape;663;p36">
            <a:extLst>
              <a:ext uri="{FF2B5EF4-FFF2-40B4-BE49-F238E27FC236}">
                <a16:creationId xmlns:a16="http://schemas.microsoft.com/office/drawing/2014/main" id="{F8BF180F-B7E5-EE90-3FEC-27F0492A9FD9}"/>
              </a:ext>
            </a:extLst>
          </p:cNvPr>
          <p:cNvSpPr txBox="1">
            <a:spLocks/>
          </p:cNvSpPr>
          <p:nvPr/>
        </p:nvSpPr>
        <p:spPr>
          <a:xfrm>
            <a:off x="32464" y="1633555"/>
            <a:ext cx="1093200" cy="1106700"/>
          </a:xfrm>
          <a:prstGeom prst="rect">
            <a:avLst/>
          </a:prstGeom>
          <a:noFill/>
          <a:ln w="9525" cap="flat" cmpd="sng">
            <a:noFill/>
            <a:prstDash val="solid"/>
            <a:round/>
            <a:headEnd type="none" w="sm" len="sm"/>
            <a:tailEnd type="none" w="sm" len="sm"/>
          </a:ln>
        </p:spPr>
        <p:txBody>
          <a:bodyPr spcFirstLastPara="1" wrap="square" lIns="91425" tIns="91425" rIns="91425" bIns="91425" anchor="b" anchorCtr="0">
            <a:noAutofit/>
          </a:bodyPr>
          <a:lstStyle/>
          <a:p>
            <a:pPr algn="r" rtl="0">
              <a:buClrTx/>
              <a:buFontTx/>
            </a:pPr>
            <a:r>
              <a:rPr lang="vi-VN" sz="6000">
                <a:solidFill>
                  <a:schemeClr val="accent1"/>
                </a:solidFill>
                <a:latin typeface="Anton"/>
                <a:sym typeface="Anton"/>
              </a:rPr>
              <a:t>04</a:t>
            </a:r>
            <a:endParaRPr lang="en" sz="6000" dirty="0">
              <a:solidFill>
                <a:schemeClr val="accent1"/>
              </a:solidFill>
              <a:latin typeface="Anton"/>
              <a:sym typeface="Anto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16">
          <a:extLst>
            <a:ext uri="{FF2B5EF4-FFF2-40B4-BE49-F238E27FC236}">
              <a16:creationId xmlns:a16="http://schemas.microsoft.com/office/drawing/2014/main" id="{9FCFC38B-695C-567B-A065-EBBAFE3FDA8E}"/>
            </a:ext>
          </a:extLst>
        </p:cNvPr>
        <p:cNvGrpSpPr/>
        <p:nvPr/>
      </p:nvGrpSpPr>
      <p:grpSpPr>
        <a:xfrm>
          <a:off x="0" y="0"/>
          <a:ext cx="0" cy="0"/>
          <a:chOff x="0" y="0"/>
          <a:chExt cx="0" cy="0"/>
        </a:xfrm>
      </p:grpSpPr>
      <p:sp>
        <p:nvSpPr>
          <p:cNvPr id="617" name="Google Shape;617;p34">
            <a:extLst>
              <a:ext uri="{FF2B5EF4-FFF2-40B4-BE49-F238E27FC236}">
                <a16:creationId xmlns:a16="http://schemas.microsoft.com/office/drawing/2014/main" id="{62C53DD0-0022-5C67-2403-E9B84A47D303}"/>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Tổng kết</a:t>
            </a:r>
            <a:endParaRPr/>
          </a:p>
        </p:txBody>
      </p:sp>
      <p:sp>
        <p:nvSpPr>
          <p:cNvPr id="620" name="Google Shape;620;p34">
            <a:extLst>
              <a:ext uri="{FF2B5EF4-FFF2-40B4-BE49-F238E27FC236}">
                <a16:creationId xmlns:a16="http://schemas.microsoft.com/office/drawing/2014/main" id="{E68D20AE-9393-C825-EAFE-7DC9BDF4401A}"/>
              </a:ext>
            </a:extLst>
          </p:cNvPr>
          <p:cNvSpPr/>
          <p:nvPr/>
        </p:nvSpPr>
        <p:spPr>
          <a:xfrm>
            <a:off x="2802525" y="4198275"/>
            <a:ext cx="1588500" cy="1588500"/>
          </a:xfrm>
          <a:prstGeom prst="donut">
            <a:avLst>
              <a:gd name="adj" fmla="val 14749"/>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nvGrpSpPr>
          <p:cNvPr id="621" name="Google Shape;621;p34">
            <a:extLst>
              <a:ext uri="{FF2B5EF4-FFF2-40B4-BE49-F238E27FC236}">
                <a16:creationId xmlns:a16="http://schemas.microsoft.com/office/drawing/2014/main" id="{CE7F3BF4-6241-A06E-0C2E-552834DA8ACC}"/>
              </a:ext>
            </a:extLst>
          </p:cNvPr>
          <p:cNvGrpSpPr/>
          <p:nvPr/>
        </p:nvGrpSpPr>
        <p:grpSpPr>
          <a:xfrm rot="5400000">
            <a:off x="669871" y="3886650"/>
            <a:ext cx="86700" cy="709941"/>
            <a:chOff x="8750921" y="3885175"/>
            <a:chExt cx="86700" cy="709941"/>
          </a:xfrm>
        </p:grpSpPr>
        <p:sp>
          <p:nvSpPr>
            <p:cNvPr id="622" name="Google Shape;622;p34">
              <a:extLst>
                <a:ext uri="{FF2B5EF4-FFF2-40B4-BE49-F238E27FC236}">
                  <a16:creationId xmlns:a16="http://schemas.microsoft.com/office/drawing/2014/main" id="{F5A0D180-7A2C-6288-DADD-2850BA5FF4B4}"/>
                </a:ext>
              </a:extLst>
            </p:cNvPr>
            <p:cNvSpPr/>
            <p:nvPr/>
          </p:nvSpPr>
          <p:spPr>
            <a:xfrm>
              <a:off x="8750921" y="3885175"/>
              <a:ext cx="86700" cy="864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623" name="Google Shape;623;p34">
              <a:extLst>
                <a:ext uri="{FF2B5EF4-FFF2-40B4-BE49-F238E27FC236}">
                  <a16:creationId xmlns:a16="http://schemas.microsoft.com/office/drawing/2014/main" id="{872934A3-2EF8-5E68-ED16-07E7E2571FC4}"/>
                </a:ext>
              </a:extLst>
            </p:cNvPr>
            <p:cNvSpPr/>
            <p:nvPr/>
          </p:nvSpPr>
          <p:spPr>
            <a:xfrm>
              <a:off x="8750921" y="4196946"/>
              <a:ext cx="86700" cy="864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624" name="Google Shape;624;p34">
              <a:extLst>
                <a:ext uri="{FF2B5EF4-FFF2-40B4-BE49-F238E27FC236}">
                  <a16:creationId xmlns:a16="http://schemas.microsoft.com/office/drawing/2014/main" id="{81A45537-F05E-EA0B-F5A2-CFE8E00F9F8C}"/>
                </a:ext>
              </a:extLst>
            </p:cNvPr>
            <p:cNvSpPr/>
            <p:nvPr/>
          </p:nvSpPr>
          <p:spPr>
            <a:xfrm>
              <a:off x="8750921" y="4508716"/>
              <a:ext cx="86700" cy="864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sp>
        <p:nvSpPr>
          <p:cNvPr id="6" name="TextBox 5">
            <a:extLst>
              <a:ext uri="{FF2B5EF4-FFF2-40B4-BE49-F238E27FC236}">
                <a16:creationId xmlns:a16="http://schemas.microsoft.com/office/drawing/2014/main" id="{0525C570-DA8C-AF0A-957F-7024A5E75575}"/>
              </a:ext>
            </a:extLst>
          </p:cNvPr>
          <p:cNvSpPr txBox="1"/>
          <p:nvPr/>
        </p:nvSpPr>
        <p:spPr>
          <a:xfrm>
            <a:off x="508223" y="1259087"/>
            <a:ext cx="8127554" cy="566758"/>
          </a:xfrm>
          <a:prstGeom prst="rect">
            <a:avLst/>
          </a:prstGeom>
          <a:noFill/>
        </p:spPr>
        <p:txBody>
          <a:bodyPr wrap="square">
            <a:spAutoFit/>
          </a:bodyPr>
          <a:lstStyle/>
          <a:p>
            <a:pPr>
              <a:lnSpc>
                <a:spcPct val="115000"/>
              </a:lnSpc>
              <a:spcAft>
                <a:spcPts val="800"/>
              </a:spcAft>
              <a:buNone/>
            </a:pP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Đồ</a:t>
            </a:r>
            <a:r>
              <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rPr>
              <a:t> </a:t>
            </a: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án</a:t>
            </a:r>
            <a:r>
              <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rPr>
              <a:t> </a:t>
            </a: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quản</a:t>
            </a:r>
            <a:r>
              <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rPr>
              <a:t> </a:t>
            </a: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lý</a:t>
            </a:r>
            <a:r>
              <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rPr>
              <a:t> </a:t>
            </a: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cửa</a:t>
            </a:r>
            <a:r>
              <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rPr>
              <a:t> </a:t>
            </a: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hàng</a:t>
            </a:r>
            <a:r>
              <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rPr>
              <a:t> </a:t>
            </a: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xe</a:t>
            </a:r>
            <a:r>
              <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rPr>
              <a:t> </a:t>
            </a: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máy</a:t>
            </a:r>
            <a:r>
              <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rPr>
              <a:t> </a:t>
            </a: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MotoShop</a:t>
            </a:r>
            <a:r>
              <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rPr>
              <a:t> </a:t>
            </a: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trên</a:t>
            </a:r>
            <a:r>
              <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rPr>
              <a:t> </a:t>
            </a: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nền</a:t>
            </a:r>
            <a:r>
              <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rPr>
              <a:t> </a:t>
            </a: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tảng</a:t>
            </a:r>
            <a:r>
              <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rPr>
              <a:t> Android </a:t>
            </a: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đã</a:t>
            </a:r>
            <a:r>
              <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rPr>
              <a:t> </a:t>
            </a: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hoàn</a:t>
            </a:r>
            <a:r>
              <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rPr>
              <a:t> </a:t>
            </a: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thành</a:t>
            </a:r>
            <a:r>
              <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rPr>
              <a:t> </a:t>
            </a: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các</a:t>
            </a:r>
            <a:r>
              <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rPr>
              <a:t> </a:t>
            </a: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mục</a:t>
            </a:r>
            <a:r>
              <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rPr>
              <a:t> </a:t>
            </a: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tiêu</a:t>
            </a:r>
            <a:r>
              <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rPr>
              <a:t> </a:t>
            </a: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đề</a:t>
            </a:r>
            <a:r>
              <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rPr>
              <a:t> </a:t>
            </a: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ra</a:t>
            </a:r>
            <a:r>
              <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rPr>
              <a:t>, </a:t>
            </a: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xây</a:t>
            </a:r>
            <a:r>
              <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rPr>
              <a:t> </a:t>
            </a: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dựng</a:t>
            </a:r>
            <a:r>
              <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rPr>
              <a:t> </a:t>
            </a: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được</a:t>
            </a:r>
            <a:r>
              <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rPr>
              <a:t> </a:t>
            </a: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một</a:t>
            </a:r>
            <a:r>
              <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rPr>
              <a:t> </a:t>
            </a: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hệ</a:t>
            </a:r>
            <a:r>
              <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rPr>
              <a:t> </a:t>
            </a: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thống</a:t>
            </a:r>
            <a:r>
              <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rPr>
              <a:t> </a:t>
            </a: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có</a:t>
            </a:r>
            <a:r>
              <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rPr>
              <a:t> </a:t>
            </a: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đầy</a:t>
            </a:r>
            <a:r>
              <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rPr>
              <a:t> </a:t>
            </a: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đủ</a:t>
            </a:r>
            <a:r>
              <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rPr>
              <a:t> </a:t>
            </a: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các</a:t>
            </a:r>
            <a:r>
              <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rPr>
              <a:t> </a:t>
            </a: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chức</a:t>
            </a:r>
            <a:r>
              <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rPr>
              <a:t> </a:t>
            </a: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năng</a:t>
            </a:r>
            <a:r>
              <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rPr>
              <a:t> </a:t>
            </a: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cơ</a:t>
            </a:r>
            <a:r>
              <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rPr>
              <a:t> </a:t>
            </a: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bản</a:t>
            </a:r>
            <a:r>
              <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rPr>
              <a:t> </a:t>
            </a: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và</a:t>
            </a:r>
            <a:r>
              <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rPr>
              <a:t> </a:t>
            </a: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có</a:t>
            </a:r>
            <a:r>
              <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rPr>
              <a:t> </a:t>
            </a: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khả</a:t>
            </a:r>
            <a:r>
              <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rPr>
              <a:t> </a:t>
            </a: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năng</a:t>
            </a:r>
            <a:r>
              <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rPr>
              <a:t> </a:t>
            </a: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ứng</a:t>
            </a:r>
            <a:r>
              <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rPr>
              <a:t> </a:t>
            </a: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dụng</a:t>
            </a:r>
            <a:r>
              <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rPr>
              <a:t> </a:t>
            </a: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thực</a:t>
            </a:r>
            <a:r>
              <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rPr>
              <a:t> </a:t>
            </a:r>
            <a:r>
              <a:rPr lang="en-US" sz="1400" kern="100" dirty="0" err="1">
                <a:solidFill>
                  <a:schemeClr val="tx2">
                    <a:lumMod val="95000"/>
                  </a:schemeClr>
                </a:solidFill>
                <a:effectLst/>
                <a:latin typeface="+mj-lt"/>
                <a:ea typeface="Aptos" panose="020B0004020202020204" pitchFamily="34" charset="0"/>
                <a:cs typeface="Times New Roman" panose="02020603050405020304" pitchFamily="18" charset="0"/>
              </a:rPr>
              <a:t>tế</a:t>
            </a:r>
            <a:r>
              <a:rPr lang="en-US" sz="1400" kern="100" dirty="0">
                <a:solidFill>
                  <a:schemeClr val="tx2">
                    <a:lumMod val="95000"/>
                  </a:schemeClr>
                </a:solidFill>
                <a:effectLst/>
                <a:latin typeface="+mj-lt"/>
                <a:ea typeface="Aptos" panose="020B0004020202020204" pitchFamily="34" charset="0"/>
                <a:cs typeface="Times New Roman" panose="02020603050405020304" pitchFamily="18" charset="0"/>
              </a:rPr>
              <a:t>.</a:t>
            </a:r>
          </a:p>
        </p:txBody>
      </p:sp>
      <p:sp>
        <p:nvSpPr>
          <p:cNvPr id="7" name="Google Shape;619;p34">
            <a:extLst>
              <a:ext uri="{FF2B5EF4-FFF2-40B4-BE49-F238E27FC236}">
                <a16:creationId xmlns:a16="http://schemas.microsoft.com/office/drawing/2014/main" id="{A540B3D7-8CC6-22CE-97A2-6476F4120C32}"/>
              </a:ext>
            </a:extLst>
          </p:cNvPr>
          <p:cNvSpPr txBox="1">
            <a:spLocks/>
          </p:cNvSpPr>
          <p:nvPr/>
        </p:nvSpPr>
        <p:spPr>
          <a:xfrm>
            <a:off x="4479194" y="2067208"/>
            <a:ext cx="4664806" cy="249081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lt2"/>
              </a:buClr>
              <a:buSzPts val="1400"/>
              <a:buFont typeface="Public Sans"/>
              <a:buNone/>
              <a:defRPr sz="1400" b="0" i="0" u="none" strike="noStrike" cap="none">
                <a:solidFill>
                  <a:schemeClr val="lt2"/>
                </a:solidFill>
                <a:latin typeface="Public Sans"/>
                <a:ea typeface="Public Sans"/>
                <a:cs typeface="Public Sans"/>
                <a:sym typeface="Public Sans"/>
              </a:defRPr>
            </a:lvl1pPr>
            <a:lvl2pPr marL="914400" marR="0" lvl="1" indent="-317500" algn="ctr" rtl="0">
              <a:lnSpc>
                <a:spcPct val="100000"/>
              </a:lnSpc>
              <a:spcBef>
                <a:spcPts val="0"/>
              </a:spcBef>
              <a:spcAft>
                <a:spcPts val="0"/>
              </a:spcAft>
              <a:buClr>
                <a:schemeClr val="lt2"/>
              </a:buClr>
              <a:buSzPts val="1400"/>
              <a:buFont typeface="Public Sans"/>
              <a:buNone/>
              <a:defRPr sz="1400" b="0" i="0" u="none" strike="noStrike" cap="none">
                <a:solidFill>
                  <a:schemeClr val="lt2"/>
                </a:solidFill>
                <a:latin typeface="Public Sans"/>
                <a:ea typeface="Public Sans"/>
                <a:cs typeface="Public Sans"/>
                <a:sym typeface="Public Sans"/>
              </a:defRPr>
            </a:lvl2pPr>
            <a:lvl3pPr marL="1371600" marR="0" lvl="2" indent="-317500" algn="ctr" rtl="0">
              <a:lnSpc>
                <a:spcPct val="100000"/>
              </a:lnSpc>
              <a:spcBef>
                <a:spcPts val="0"/>
              </a:spcBef>
              <a:spcAft>
                <a:spcPts val="0"/>
              </a:spcAft>
              <a:buClr>
                <a:schemeClr val="lt2"/>
              </a:buClr>
              <a:buSzPts val="1400"/>
              <a:buFont typeface="Public Sans"/>
              <a:buNone/>
              <a:defRPr sz="1400" b="0" i="0" u="none" strike="noStrike" cap="none">
                <a:solidFill>
                  <a:schemeClr val="lt2"/>
                </a:solidFill>
                <a:latin typeface="Public Sans"/>
                <a:ea typeface="Public Sans"/>
                <a:cs typeface="Public Sans"/>
                <a:sym typeface="Public Sans"/>
              </a:defRPr>
            </a:lvl3pPr>
            <a:lvl4pPr marL="1828800" marR="0" lvl="3" indent="-317500" algn="ctr" rtl="0">
              <a:lnSpc>
                <a:spcPct val="100000"/>
              </a:lnSpc>
              <a:spcBef>
                <a:spcPts val="0"/>
              </a:spcBef>
              <a:spcAft>
                <a:spcPts val="0"/>
              </a:spcAft>
              <a:buClr>
                <a:schemeClr val="lt2"/>
              </a:buClr>
              <a:buSzPts val="1400"/>
              <a:buFont typeface="Public Sans"/>
              <a:buNone/>
              <a:defRPr sz="1400" b="0" i="0" u="none" strike="noStrike" cap="none">
                <a:solidFill>
                  <a:schemeClr val="lt2"/>
                </a:solidFill>
                <a:latin typeface="Public Sans"/>
                <a:ea typeface="Public Sans"/>
                <a:cs typeface="Public Sans"/>
                <a:sym typeface="Public Sans"/>
              </a:defRPr>
            </a:lvl4pPr>
            <a:lvl5pPr marL="2286000" marR="0" lvl="4" indent="-317500" algn="ctr" rtl="0">
              <a:lnSpc>
                <a:spcPct val="100000"/>
              </a:lnSpc>
              <a:spcBef>
                <a:spcPts val="0"/>
              </a:spcBef>
              <a:spcAft>
                <a:spcPts val="0"/>
              </a:spcAft>
              <a:buClr>
                <a:schemeClr val="lt2"/>
              </a:buClr>
              <a:buSzPts val="1400"/>
              <a:buFont typeface="Public Sans"/>
              <a:buNone/>
              <a:defRPr sz="1400" b="0" i="0" u="none" strike="noStrike" cap="none">
                <a:solidFill>
                  <a:schemeClr val="lt2"/>
                </a:solidFill>
                <a:latin typeface="Public Sans"/>
                <a:ea typeface="Public Sans"/>
                <a:cs typeface="Public Sans"/>
                <a:sym typeface="Public Sans"/>
              </a:defRPr>
            </a:lvl5pPr>
            <a:lvl6pPr marL="2743200" marR="0" lvl="5" indent="-317500" algn="ctr" rtl="0">
              <a:lnSpc>
                <a:spcPct val="100000"/>
              </a:lnSpc>
              <a:spcBef>
                <a:spcPts val="0"/>
              </a:spcBef>
              <a:spcAft>
                <a:spcPts val="0"/>
              </a:spcAft>
              <a:buClr>
                <a:schemeClr val="lt2"/>
              </a:buClr>
              <a:buSzPts val="1400"/>
              <a:buFont typeface="Public Sans"/>
              <a:buNone/>
              <a:defRPr sz="1400" b="0" i="0" u="none" strike="noStrike" cap="none">
                <a:solidFill>
                  <a:schemeClr val="lt2"/>
                </a:solidFill>
                <a:latin typeface="Public Sans"/>
                <a:ea typeface="Public Sans"/>
                <a:cs typeface="Public Sans"/>
                <a:sym typeface="Public Sans"/>
              </a:defRPr>
            </a:lvl6pPr>
            <a:lvl7pPr marL="3200400" marR="0" lvl="6" indent="-317500" algn="ctr" rtl="0">
              <a:lnSpc>
                <a:spcPct val="100000"/>
              </a:lnSpc>
              <a:spcBef>
                <a:spcPts val="0"/>
              </a:spcBef>
              <a:spcAft>
                <a:spcPts val="0"/>
              </a:spcAft>
              <a:buClr>
                <a:schemeClr val="lt2"/>
              </a:buClr>
              <a:buSzPts val="1400"/>
              <a:buFont typeface="Public Sans"/>
              <a:buNone/>
              <a:defRPr sz="1400" b="0" i="0" u="none" strike="noStrike" cap="none">
                <a:solidFill>
                  <a:schemeClr val="lt2"/>
                </a:solidFill>
                <a:latin typeface="Public Sans"/>
                <a:ea typeface="Public Sans"/>
                <a:cs typeface="Public Sans"/>
                <a:sym typeface="Public Sans"/>
              </a:defRPr>
            </a:lvl7pPr>
            <a:lvl8pPr marL="3657600" marR="0" lvl="7" indent="-317500" algn="ctr" rtl="0">
              <a:lnSpc>
                <a:spcPct val="100000"/>
              </a:lnSpc>
              <a:spcBef>
                <a:spcPts val="0"/>
              </a:spcBef>
              <a:spcAft>
                <a:spcPts val="0"/>
              </a:spcAft>
              <a:buClr>
                <a:schemeClr val="lt2"/>
              </a:buClr>
              <a:buSzPts val="1400"/>
              <a:buFont typeface="Public Sans"/>
              <a:buNone/>
              <a:defRPr sz="1400" b="0" i="0" u="none" strike="noStrike" cap="none">
                <a:solidFill>
                  <a:schemeClr val="lt2"/>
                </a:solidFill>
                <a:latin typeface="Public Sans"/>
                <a:ea typeface="Public Sans"/>
                <a:cs typeface="Public Sans"/>
                <a:sym typeface="Public Sans"/>
              </a:defRPr>
            </a:lvl8pPr>
            <a:lvl9pPr marL="4114800" marR="0" lvl="8" indent="-317500" algn="ctr" rtl="0">
              <a:lnSpc>
                <a:spcPct val="100000"/>
              </a:lnSpc>
              <a:spcBef>
                <a:spcPts val="0"/>
              </a:spcBef>
              <a:spcAft>
                <a:spcPts val="0"/>
              </a:spcAft>
              <a:buClr>
                <a:schemeClr val="lt2"/>
              </a:buClr>
              <a:buSzPts val="1400"/>
              <a:buFont typeface="Public Sans"/>
              <a:buNone/>
              <a:defRPr sz="1400" b="0" i="0" u="none" strike="noStrike" cap="none">
                <a:solidFill>
                  <a:schemeClr val="lt2"/>
                </a:solidFill>
                <a:latin typeface="Public Sans"/>
                <a:ea typeface="Public Sans"/>
                <a:cs typeface="Public Sans"/>
                <a:sym typeface="Public Sans"/>
              </a:defRPr>
            </a:lvl9pPr>
          </a:lstStyle>
          <a:p>
            <a:r>
              <a:rPr lang="vi-VN" b="1" dirty="0">
                <a:latin typeface="+mj-lt"/>
                <a:cs typeface="Arial" panose="020B0604020202020204" pitchFamily="34" charset="0"/>
              </a:rPr>
              <a:t>	</a:t>
            </a:r>
            <a:r>
              <a:rPr lang="en-US" b="1" dirty="0" err="1">
                <a:latin typeface="+mj-lt"/>
                <a:cs typeface="Arial" panose="020B0604020202020204" pitchFamily="34" charset="0"/>
              </a:rPr>
              <a:t>Ưu</a:t>
            </a:r>
            <a:r>
              <a:rPr lang="en-US" b="1" dirty="0">
                <a:latin typeface="+mj-lt"/>
                <a:cs typeface="Arial" panose="020B0604020202020204" pitchFamily="34" charset="0"/>
              </a:rPr>
              <a:t> </a:t>
            </a:r>
            <a:r>
              <a:rPr lang="en-US" b="1" dirty="0" err="1">
                <a:latin typeface="+mj-lt"/>
                <a:cs typeface="Arial" panose="020B0604020202020204" pitchFamily="34" charset="0"/>
              </a:rPr>
              <a:t>điểm</a:t>
            </a:r>
            <a:r>
              <a:rPr lang="en-US" b="1" dirty="0">
                <a:latin typeface="+mj-lt"/>
                <a:cs typeface="Arial" panose="020B0604020202020204" pitchFamily="34" charset="0"/>
              </a:rPr>
              <a:t> </a:t>
            </a:r>
            <a:r>
              <a:rPr lang="en-US" b="1" dirty="0" err="1">
                <a:latin typeface="+mj-lt"/>
                <a:cs typeface="Arial" panose="020B0604020202020204" pitchFamily="34" charset="0"/>
              </a:rPr>
              <a:t>của</a:t>
            </a:r>
            <a:r>
              <a:rPr lang="en-US" b="1" dirty="0">
                <a:latin typeface="+mj-lt"/>
                <a:cs typeface="Arial" panose="020B0604020202020204" pitchFamily="34" charset="0"/>
              </a:rPr>
              <a:t> </a:t>
            </a:r>
            <a:r>
              <a:rPr lang="en-US" b="1" dirty="0" err="1">
                <a:latin typeface="+mj-lt"/>
                <a:cs typeface="Arial" panose="020B0604020202020204" pitchFamily="34" charset="0"/>
              </a:rPr>
              <a:t>hệ</a:t>
            </a:r>
            <a:r>
              <a:rPr lang="en-US" b="1" dirty="0">
                <a:latin typeface="+mj-lt"/>
                <a:cs typeface="Arial" panose="020B0604020202020204" pitchFamily="34" charset="0"/>
              </a:rPr>
              <a:t> </a:t>
            </a:r>
            <a:r>
              <a:rPr lang="en-US" b="1" dirty="0" err="1">
                <a:latin typeface="+mj-lt"/>
                <a:cs typeface="Arial" panose="020B0604020202020204" pitchFamily="34" charset="0"/>
              </a:rPr>
              <a:t>thống</a:t>
            </a:r>
            <a:endParaRPr lang="en-US" dirty="0">
              <a:latin typeface="+mj-lt"/>
              <a:cs typeface="Arial" panose="020B0604020202020204" pitchFamily="34" charset="0"/>
            </a:endParaRPr>
          </a:p>
          <a:p>
            <a:pPr>
              <a:buFont typeface="Wingdings" panose="05000000000000000000" pitchFamily="2" charset="2"/>
              <a:buChar char="v"/>
            </a:pPr>
            <a:r>
              <a:rPr lang="en-US" dirty="0">
                <a:latin typeface="+mj-lt"/>
                <a:cs typeface="Arial" panose="020B0604020202020204" pitchFamily="34" charset="0"/>
              </a:rPr>
              <a:t>Giao </a:t>
            </a:r>
            <a:r>
              <a:rPr lang="en-US" dirty="0" err="1">
                <a:latin typeface="+mj-lt"/>
                <a:cs typeface="Arial" panose="020B0604020202020204" pitchFamily="34" charset="0"/>
              </a:rPr>
              <a:t>diện</a:t>
            </a:r>
            <a:r>
              <a:rPr lang="en-US" dirty="0">
                <a:latin typeface="+mj-lt"/>
                <a:cs typeface="Arial" panose="020B0604020202020204" pitchFamily="34" charset="0"/>
              </a:rPr>
              <a:t> </a:t>
            </a:r>
            <a:r>
              <a:rPr lang="en-US" dirty="0" err="1">
                <a:latin typeface="+mj-lt"/>
                <a:cs typeface="Arial" panose="020B0604020202020204" pitchFamily="34" charset="0"/>
              </a:rPr>
              <a:t>đơn</a:t>
            </a:r>
            <a:r>
              <a:rPr lang="en-US" dirty="0">
                <a:latin typeface="+mj-lt"/>
                <a:cs typeface="Arial" panose="020B0604020202020204" pitchFamily="34" charset="0"/>
              </a:rPr>
              <a:t> </a:t>
            </a:r>
            <a:r>
              <a:rPr lang="en-US" dirty="0" err="1">
                <a:latin typeface="+mj-lt"/>
                <a:cs typeface="Arial" panose="020B0604020202020204" pitchFamily="34" charset="0"/>
              </a:rPr>
              <a:t>giản</a:t>
            </a:r>
            <a:r>
              <a:rPr lang="en-US" dirty="0">
                <a:latin typeface="+mj-lt"/>
                <a:cs typeface="Arial" panose="020B0604020202020204" pitchFamily="34" charset="0"/>
              </a:rPr>
              <a:t>, </a:t>
            </a:r>
            <a:r>
              <a:rPr lang="en-US" dirty="0" err="1">
                <a:latin typeface="+mj-lt"/>
                <a:cs typeface="Arial" panose="020B0604020202020204" pitchFamily="34" charset="0"/>
              </a:rPr>
              <a:t>dễ</a:t>
            </a:r>
            <a:r>
              <a:rPr lang="en-US" dirty="0">
                <a:latin typeface="+mj-lt"/>
                <a:cs typeface="Arial" panose="020B0604020202020204" pitchFamily="34" charset="0"/>
              </a:rPr>
              <a:t> </a:t>
            </a:r>
            <a:r>
              <a:rPr lang="en-US" dirty="0" err="1">
                <a:latin typeface="+mj-lt"/>
                <a:cs typeface="Arial" panose="020B0604020202020204" pitchFamily="34" charset="0"/>
              </a:rPr>
              <a:t>sử</a:t>
            </a:r>
            <a:r>
              <a:rPr lang="en-US" dirty="0">
                <a:latin typeface="+mj-lt"/>
                <a:cs typeface="Arial" panose="020B0604020202020204" pitchFamily="34" charset="0"/>
              </a:rPr>
              <a:t> </a:t>
            </a:r>
            <a:r>
              <a:rPr lang="en-US" dirty="0" err="1">
                <a:latin typeface="+mj-lt"/>
                <a:cs typeface="Arial" panose="020B0604020202020204" pitchFamily="34" charset="0"/>
              </a:rPr>
              <a:t>dụng</a:t>
            </a:r>
            <a:r>
              <a:rPr lang="en-US" dirty="0">
                <a:latin typeface="+mj-lt"/>
                <a:cs typeface="Arial" panose="020B0604020202020204" pitchFamily="34" charset="0"/>
              </a:rPr>
              <a:t> </a:t>
            </a:r>
          </a:p>
          <a:p>
            <a:pPr>
              <a:buFont typeface="Wingdings" panose="05000000000000000000" pitchFamily="2" charset="2"/>
              <a:buChar char="v"/>
            </a:pPr>
            <a:r>
              <a:rPr lang="en-US" dirty="0" err="1">
                <a:latin typeface="+mj-lt"/>
                <a:cs typeface="Arial" panose="020B0604020202020204" pitchFamily="34" charset="0"/>
              </a:rPr>
              <a:t>Tổ</a:t>
            </a:r>
            <a:r>
              <a:rPr lang="en-US" dirty="0">
                <a:latin typeface="+mj-lt"/>
                <a:cs typeface="Arial" panose="020B0604020202020204" pitchFamily="34" charset="0"/>
              </a:rPr>
              <a:t> </a:t>
            </a:r>
            <a:r>
              <a:rPr lang="en-US" dirty="0" err="1">
                <a:latin typeface="+mj-lt"/>
                <a:cs typeface="Arial" panose="020B0604020202020204" pitchFamily="34" charset="0"/>
              </a:rPr>
              <a:t>chức</a:t>
            </a:r>
            <a:r>
              <a:rPr lang="en-US" dirty="0">
                <a:latin typeface="+mj-lt"/>
                <a:cs typeface="Arial" panose="020B0604020202020204" pitchFamily="34" charset="0"/>
              </a:rPr>
              <a:t> code </a:t>
            </a:r>
            <a:r>
              <a:rPr lang="en-US" dirty="0" err="1">
                <a:latin typeface="+mj-lt"/>
                <a:cs typeface="Arial" panose="020B0604020202020204" pitchFamily="34" charset="0"/>
              </a:rPr>
              <a:t>rõ</a:t>
            </a:r>
            <a:r>
              <a:rPr lang="en-US" dirty="0">
                <a:latin typeface="+mj-lt"/>
                <a:cs typeface="Arial" panose="020B0604020202020204" pitchFamily="34" charset="0"/>
              </a:rPr>
              <a:t> </a:t>
            </a:r>
            <a:r>
              <a:rPr lang="en-US" dirty="0" err="1">
                <a:latin typeface="+mj-lt"/>
                <a:cs typeface="Arial" panose="020B0604020202020204" pitchFamily="34" charset="0"/>
              </a:rPr>
              <a:t>ràng</a:t>
            </a:r>
            <a:r>
              <a:rPr lang="en-US" dirty="0">
                <a:latin typeface="+mj-lt"/>
                <a:cs typeface="Arial" panose="020B0604020202020204" pitchFamily="34" charset="0"/>
              </a:rPr>
              <a:t>, </a:t>
            </a:r>
            <a:r>
              <a:rPr lang="en-US" dirty="0" err="1">
                <a:latin typeface="+mj-lt"/>
                <a:cs typeface="Arial" panose="020B0604020202020204" pitchFamily="34" charset="0"/>
              </a:rPr>
              <a:t>theo</a:t>
            </a:r>
            <a:r>
              <a:rPr lang="en-US" dirty="0">
                <a:latin typeface="+mj-lt"/>
                <a:cs typeface="Arial" panose="020B0604020202020204" pitchFamily="34" charset="0"/>
              </a:rPr>
              <a:t> </a:t>
            </a:r>
            <a:r>
              <a:rPr lang="en-US" dirty="0" err="1">
                <a:latin typeface="+mj-lt"/>
                <a:cs typeface="Arial" panose="020B0604020202020204" pitchFamily="34" charset="0"/>
              </a:rPr>
              <a:t>hướng</a:t>
            </a:r>
            <a:r>
              <a:rPr lang="en-US" dirty="0">
                <a:latin typeface="+mj-lt"/>
                <a:cs typeface="Arial" panose="020B0604020202020204" pitchFamily="34" charset="0"/>
              </a:rPr>
              <a:t> </a:t>
            </a:r>
            <a:r>
              <a:rPr lang="en-US" dirty="0" err="1">
                <a:latin typeface="+mj-lt"/>
                <a:cs typeface="Arial" panose="020B0604020202020204" pitchFamily="34" charset="0"/>
              </a:rPr>
              <a:t>đối</a:t>
            </a:r>
            <a:r>
              <a:rPr lang="en-US" dirty="0">
                <a:latin typeface="+mj-lt"/>
                <a:cs typeface="Arial" panose="020B0604020202020204" pitchFamily="34" charset="0"/>
              </a:rPr>
              <a:t> </a:t>
            </a:r>
            <a:r>
              <a:rPr lang="en-US" dirty="0" err="1">
                <a:latin typeface="+mj-lt"/>
                <a:cs typeface="Arial" panose="020B0604020202020204" pitchFamily="34" charset="0"/>
              </a:rPr>
              <a:t>tượng</a:t>
            </a:r>
            <a:r>
              <a:rPr lang="en-US" dirty="0">
                <a:latin typeface="+mj-lt"/>
                <a:cs typeface="Arial" panose="020B0604020202020204" pitchFamily="34" charset="0"/>
              </a:rPr>
              <a:t> </a:t>
            </a:r>
          </a:p>
          <a:p>
            <a:pPr>
              <a:buFont typeface="Wingdings" panose="05000000000000000000" pitchFamily="2" charset="2"/>
              <a:buChar char="v"/>
            </a:pPr>
            <a:r>
              <a:rPr lang="en-US" dirty="0" err="1">
                <a:latin typeface="+mj-lt"/>
                <a:cs typeface="Arial" panose="020B0604020202020204" pitchFamily="34" charset="0"/>
              </a:rPr>
              <a:t>Dữ</a:t>
            </a:r>
            <a:r>
              <a:rPr lang="en-US" dirty="0">
                <a:latin typeface="+mj-lt"/>
                <a:cs typeface="Arial" panose="020B0604020202020204" pitchFamily="34" charset="0"/>
              </a:rPr>
              <a:t> </a:t>
            </a:r>
            <a:r>
              <a:rPr lang="en-US" dirty="0" err="1">
                <a:latin typeface="+mj-lt"/>
                <a:cs typeface="Arial" panose="020B0604020202020204" pitchFamily="34" charset="0"/>
              </a:rPr>
              <a:t>liệu</a:t>
            </a:r>
            <a:r>
              <a:rPr lang="en-US" dirty="0">
                <a:latin typeface="+mj-lt"/>
                <a:cs typeface="Arial" panose="020B0604020202020204" pitchFamily="34" charset="0"/>
              </a:rPr>
              <a:t> </a:t>
            </a:r>
            <a:r>
              <a:rPr lang="en-US" dirty="0" err="1">
                <a:latin typeface="+mj-lt"/>
                <a:cs typeface="Arial" panose="020B0604020202020204" pitchFamily="34" charset="0"/>
              </a:rPr>
              <a:t>được</a:t>
            </a:r>
            <a:r>
              <a:rPr lang="en-US" dirty="0">
                <a:latin typeface="+mj-lt"/>
                <a:cs typeface="Arial" panose="020B0604020202020204" pitchFamily="34" charset="0"/>
              </a:rPr>
              <a:t> </a:t>
            </a:r>
            <a:r>
              <a:rPr lang="en-US" dirty="0" err="1">
                <a:latin typeface="+mj-lt"/>
                <a:cs typeface="Arial" panose="020B0604020202020204" pitchFamily="34" charset="0"/>
              </a:rPr>
              <a:t>quản</a:t>
            </a:r>
            <a:r>
              <a:rPr lang="en-US" dirty="0">
                <a:latin typeface="+mj-lt"/>
                <a:cs typeface="Arial" panose="020B0604020202020204" pitchFamily="34" charset="0"/>
              </a:rPr>
              <a:t> </a:t>
            </a:r>
            <a:r>
              <a:rPr lang="en-US" dirty="0" err="1">
                <a:latin typeface="+mj-lt"/>
                <a:cs typeface="Arial" panose="020B0604020202020204" pitchFamily="34" charset="0"/>
              </a:rPr>
              <a:t>lý</a:t>
            </a:r>
            <a:r>
              <a:rPr lang="en-US" dirty="0">
                <a:latin typeface="+mj-lt"/>
                <a:cs typeface="Arial" panose="020B0604020202020204" pitchFamily="34" charset="0"/>
              </a:rPr>
              <a:t> </a:t>
            </a:r>
            <a:r>
              <a:rPr lang="en-US" dirty="0" err="1">
                <a:latin typeface="+mj-lt"/>
                <a:cs typeface="Arial" panose="020B0604020202020204" pitchFamily="34" charset="0"/>
              </a:rPr>
              <a:t>hiệu</a:t>
            </a:r>
            <a:r>
              <a:rPr lang="en-US" dirty="0">
                <a:latin typeface="+mj-lt"/>
                <a:cs typeface="Arial" panose="020B0604020202020204" pitchFamily="34" charset="0"/>
              </a:rPr>
              <a:t> </a:t>
            </a:r>
            <a:r>
              <a:rPr lang="en-US" dirty="0" err="1">
                <a:latin typeface="+mj-lt"/>
                <a:cs typeface="Arial" panose="020B0604020202020204" pitchFamily="34" charset="0"/>
              </a:rPr>
              <a:t>quả</a:t>
            </a:r>
            <a:r>
              <a:rPr lang="en-US" dirty="0">
                <a:latin typeface="+mj-lt"/>
                <a:cs typeface="Arial" panose="020B0604020202020204" pitchFamily="34" charset="0"/>
              </a:rPr>
              <a:t> </a:t>
            </a:r>
            <a:r>
              <a:rPr lang="en-US" dirty="0" err="1">
                <a:latin typeface="+mj-lt"/>
                <a:cs typeface="Arial" panose="020B0604020202020204" pitchFamily="34" charset="0"/>
              </a:rPr>
              <a:t>thông</a:t>
            </a:r>
            <a:r>
              <a:rPr lang="en-US" dirty="0">
                <a:latin typeface="+mj-lt"/>
                <a:cs typeface="Arial" panose="020B0604020202020204" pitchFamily="34" charset="0"/>
              </a:rPr>
              <a:t> qua Room Database / Firebase </a:t>
            </a:r>
          </a:p>
          <a:p>
            <a:pPr>
              <a:buFont typeface="Wingdings" panose="05000000000000000000" pitchFamily="2" charset="2"/>
              <a:buChar char="v"/>
            </a:pPr>
            <a:r>
              <a:rPr lang="en-US" dirty="0" err="1">
                <a:latin typeface="+mj-lt"/>
                <a:cs typeface="Arial" panose="020B0604020202020204" pitchFamily="34" charset="0"/>
              </a:rPr>
              <a:t>Có</a:t>
            </a:r>
            <a:r>
              <a:rPr lang="en-US" dirty="0">
                <a:latin typeface="+mj-lt"/>
                <a:cs typeface="Arial" panose="020B0604020202020204" pitchFamily="34" charset="0"/>
              </a:rPr>
              <a:t> </a:t>
            </a:r>
            <a:r>
              <a:rPr lang="en-US" dirty="0" err="1">
                <a:latin typeface="+mj-lt"/>
                <a:cs typeface="Arial" panose="020B0604020202020204" pitchFamily="34" charset="0"/>
              </a:rPr>
              <a:t>khả</a:t>
            </a:r>
            <a:r>
              <a:rPr lang="en-US" dirty="0">
                <a:latin typeface="+mj-lt"/>
                <a:cs typeface="Arial" panose="020B0604020202020204" pitchFamily="34" charset="0"/>
              </a:rPr>
              <a:t> </a:t>
            </a:r>
            <a:r>
              <a:rPr lang="en-US" dirty="0" err="1">
                <a:latin typeface="+mj-lt"/>
                <a:cs typeface="Arial" panose="020B0604020202020204" pitchFamily="34" charset="0"/>
              </a:rPr>
              <a:t>năng</a:t>
            </a:r>
            <a:r>
              <a:rPr lang="en-US" dirty="0">
                <a:latin typeface="+mj-lt"/>
                <a:cs typeface="Arial" panose="020B0604020202020204" pitchFamily="34" charset="0"/>
              </a:rPr>
              <a:t> </a:t>
            </a:r>
            <a:r>
              <a:rPr lang="en-US" dirty="0" err="1">
                <a:latin typeface="+mj-lt"/>
                <a:cs typeface="Arial" panose="020B0604020202020204" pitchFamily="34" charset="0"/>
              </a:rPr>
              <a:t>hoạt</a:t>
            </a:r>
            <a:r>
              <a:rPr lang="en-US" dirty="0">
                <a:latin typeface="+mj-lt"/>
                <a:cs typeface="Arial" panose="020B0604020202020204" pitchFamily="34" charset="0"/>
              </a:rPr>
              <a:t> </a:t>
            </a:r>
            <a:r>
              <a:rPr lang="en-US" dirty="0" err="1">
                <a:latin typeface="+mj-lt"/>
                <a:cs typeface="Arial" panose="020B0604020202020204" pitchFamily="34" charset="0"/>
              </a:rPr>
              <a:t>động</a:t>
            </a:r>
            <a:r>
              <a:rPr lang="en-US" dirty="0">
                <a:latin typeface="+mj-lt"/>
                <a:cs typeface="Arial" panose="020B0604020202020204" pitchFamily="34" charset="0"/>
              </a:rPr>
              <a:t> offline (</a:t>
            </a:r>
            <a:r>
              <a:rPr lang="en-US" dirty="0" err="1">
                <a:latin typeface="+mj-lt"/>
                <a:cs typeface="Arial" panose="020B0604020202020204" pitchFamily="34" charset="0"/>
              </a:rPr>
              <a:t>nếu</a:t>
            </a:r>
            <a:r>
              <a:rPr lang="en-US" dirty="0">
                <a:latin typeface="+mj-lt"/>
                <a:cs typeface="Arial" panose="020B0604020202020204" pitchFamily="34" charset="0"/>
              </a:rPr>
              <a:t> </a:t>
            </a:r>
            <a:r>
              <a:rPr lang="en-US" dirty="0" err="1">
                <a:latin typeface="+mj-lt"/>
                <a:cs typeface="Arial" panose="020B0604020202020204" pitchFamily="34" charset="0"/>
              </a:rPr>
              <a:t>dùng</a:t>
            </a:r>
            <a:r>
              <a:rPr lang="en-US" dirty="0">
                <a:latin typeface="+mj-lt"/>
                <a:cs typeface="Arial" panose="020B0604020202020204" pitchFamily="34" charset="0"/>
              </a:rPr>
              <a:t> Room) </a:t>
            </a:r>
          </a:p>
          <a:p>
            <a:pPr>
              <a:buFont typeface="Wingdings" panose="05000000000000000000" pitchFamily="2" charset="2"/>
              <a:buChar char="v"/>
            </a:pPr>
            <a:r>
              <a:rPr lang="en-US" dirty="0" err="1">
                <a:latin typeface="+mj-lt"/>
                <a:cs typeface="Arial" panose="020B0604020202020204" pitchFamily="34" charset="0"/>
              </a:rPr>
              <a:t>Tích</a:t>
            </a:r>
            <a:r>
              <a:rPr lang="en-US" dirty="0">
                <a:latin typeface="+mj-lt"/>
                <a:cs typeface="Arial" panose="020B0604020202020204" pitchFamily="34" charset="0"/>
              </a:rPr>
              <a:t> </a:t>
            </a:r>
            <a:r>
              <a:rPr lang="en-US" dirty="0" err="1">
                <a:latin typeface="+mj-lt"/>
                <a:cs typeface="Arial" panose="020B0604020202020204" pitchFamily="34" charset="0"/>
              </a:rPr>
              <a:t>hợp</a:t>
            </a:r>
            <a:r>
              <a:rPr lang="en-US" dirty="0">
                <a:latin typeface="+mj-lt"/>
                <a:cs typeface="Arial" panose="020B0604020202020204" pitchFamily="34" charset="0"/>
              </a:rPr>
              <a:t> AI </a:t>
            </a:r>
            <a:r>
              <a:rPr lang="en-US" dirty="0" err="1">
                <a:latin typeface="+mj-lt"/>
                <a:cs typeface="Arial" panose="020B0604020202020204" pitchFamily="34" charset="0"/>
              </a:rPr>
              <a:t>giúp</a:t>
            </a:r>
            <a:r>
              <a:rPr lang="en-US" dirty="0">
                <a:latin typeface="+mj-lt"/>
                <a:cs typeface="Arial" panose="020B0604020202020204" pitchFamily="34" charset="0"/>
              </a:rPr>
              <a:t> </a:t>
            </a:r>
            <a:r>
              <a:rPr lang="en-US" dirty="0" err="1">
                <a:latin typeface="+mj-lt"/>
                <a:cs typeface="Arial" panose="020B0604020202020204" pitchFamily="34" charset="0"/>
              </a:rPr>
              <a:t>nâng</a:t>
            </a:r>
            <a:r>
              <a:rPr lang="en-US" dirty="0">
                <a:latin typeface="+mj-lt"/>
                <a:cs typeface="Arial" panose="020B0604020202020204" pitchFamily="34" charset="0"/>
              </a:rPr>
              <a:t> </a:t>
            </a:r>
            <a:r>
              <a:rPr lang="en-US" dirty="0" err="1">
                <a:latin typeface="+mj-lt"/>
                <a:cs typeface="Arial" panose="020B0604020202020204" pitchFamily="34" charset="0"/>
              </a:rPr>
              <a:t>cao</a:t>
            </a:r>
            <a:r>
              <a:rPr lang="en-US" dirty="0">
                <a:latin typeface="+mj-lt"/>
                <a:cs typeface="Arial" panose="020B0604020202020204" pitchFamily="34" charset="0"/>
              </a:rPr>
              <a:t> </a:t>
            </a:r>
            <a:r>
              <a:rPr lang="en-US" dirty="0" err="1">
                <a:latin typeface="+mj-lt"/>
                <a:cs typeface="Arial" panose="020B0604020202020204" pitchFamily="34" charset="0"/>
              </a:rPr>
              <a:t>trải</a:t>
            </a:r>
            <a:r>
              <a:rPr lang="en-US" dirty="0">
                <a:latin typeface="+mj-lt"/>
                <a:cs typeface="Arial" panose="020B0604020202020204" pitchFamily="34" charset="0"/>
              </a:rPr>
              <a:t> </a:t>
            </a:r>
            <a:r>
              <a:rPr lang="en-US" dirty="0" err="1">
                <a:latin typeface="+mj-lt"/>
                <a:cs typeface="Arial" panose="020B0604020202020204" pitchFamily="34" charset="0"/>
              </a:rPr>
              <a:t>nghiệm</a:t>
            </a:r>
            <a:r>
              <a:rPr lang="en-US" dirty="0">
                <a:latin typeface="+mj-lt"/>
                <a:cs typeface="Arial" panose="020B0604020202020204" pitchFamily="34" charset="0"/>
              </a:rPr>
              <a:t> </a:t>
            </a:r>
            <a:r>
              <a:rPr lang="en-US" dirty="0" err="1">
                <a:latin typeface="+mj-lt"/>
                <a:cs typeface="Arial" panose="020B0604020202020204" pitchFamily="34" charset="0"/>
              </a:rPr>
              <a:t>người</a:t>
            </a:r>
            <a:r>
              <a:rPr lang="en-US" dirty="0">
                <a:latin typeface="+mj-lt"/>
                <a:cs typeface="Arial" panose="020B0604020202020204" pitchFamily="34" charset="0"/>
              </a:rPr>
              <a:t> </a:t>
            </a:r>
            <a:r>
              <a:rPr lang="en-US" dirty="0" err="1">
                <a:latin typeface="+mj-lt"/>
                <a:cs typeface="Arial" panose="020B0604020202020204" pitchFamily="34" charset="0"/>
              </a:rPr>
              <a:t>dùng</a:t>
            </a:r>
            <a:r>
              <a:rPr lang="en-US" dirty="0">
                <a:latin typeface="+mj-lt"/>
                <a:cs typeface="Arial" panose="020B0604020202020204" pitchFamily="34" charset="0"/>
              </a:rPr>
              <a:t> </a:t>
            </a:r>
          </a:p>
          <a:p>
            <a:pPr>
              <a:buFont typeface="Wingdings" panose="05000000000000000000" pitchFamily="2" charset="2"/>
              <a:buChar char="v"/>
            </a:pPr>
            <a:r>
              <a:rPr lang="en-US" dirty="0" err="1">
                <a:latin typeface="+mj-lt"/>
                <a:cs typeface="Arial" panose="020B0604020202020204" pitchFamily="34" charset="0"/>
              </a:rPr>
              <a:t>Dễ</a:t>
            </a:r>
            <a:r>
              <a:rPr lang="en-US" dirty="0">
                <a:latin typeface="+mj-lt"/>
                <a:cs typeface="Arial" panose="020B0604020202020204" pitchFamily="34" charset="0"/>
              </a:rPr>
              <a:t> </a:t>
            </a:r>
            <a:r>
              <a:rPr lang="en-US" dirty="0" err="1">
                <a:latin typeface="+mj-lt"/>
                <a:cs typeface="Arial" panose="020B0604020202020204" pitchFamily="34" charset="0"/>
              </a:rPr>
              <a:t>mở</a:t>
            </a:r>
            <a:r>
              <a:rPr lang="en-US" dirty="0">
                <a:latin typeface="+mj-lt"/>
                <a:cs typeface="Arial" panose="020B0604020202020204" pitchFamily="34" charset="0"/>
              </a:rPr>
              <a:t> </a:t>
            </a:r>
            <a:r>
              <a:rPr lang="en-US" dirty="0" err="1">
                <a:latin typeface="+mj-lt"/>
                <a:cs typeface="Arial" panose="020B0604020202020204" pitchFamily="34" charset="0"/>
              </a:rPr>
              <a:t>rộng</a:t>
            </a:r>
            <a:r>
              <a:rPr lang="en-US" dirty="0">
                <a:latin typeface="+mj-lt"/>
                <a:cs typeface="Arial" panose="020B0604020202020204" pitchFamily="34" charset="0"/>
              </a:rPr>
              <a:t> </a:t>
            </a:r>
            <a:r>
              <a:rPr lang="en-US" dirty="0" err="1">
                <a:latin typeface="+mj-lt"/>
                <a:cs typeface="Arial" panose="020B0604020202020204" pitchFamily="34" charset="0"/>
              </a:rPr>
              <a:t>thêm</a:t>
            </a:r>
            <a:r>
              <a:rPr lang="en-US" dirty="0">
                <a:latin typeface="+mj-lt"/>
                <a:cs typeface="Arial" panose="020B0604020202020204" pitchFamily="34" charset="0"/>
              </a:rPr>
              <a:t> </a:t>
            </a:r>
            <a:r>
              <a:rPr lang="en-US" dirty="0" err="1">
                <a:latin typeface="+mj-lt"/>
                <a:cs typeface="Arial" panose="020B0604020202020204" pitchFamily="34" charset="0"/>
              </a:rPr>
              <a:t>chức</a:t>
            </a:r>
            <a:r>
              <a:rPr lang="en-US" dirty="0">
                <a:latin typeface="+mj-lt"/>
                <a:cs typeface="Arial" panose="020B0604020202020204" pitchFamily="34" charset="0"/>
              </a:rPr>
              <a:t> </a:t>
            </a:r>
            <a:r>
              <a:rPr lang="en-US" dirty="0" err="1">
                <a:latin typeface="+mj-lt"/>
                <a:cs typeface="Arial" panose="020B0604020202020204" pitchFamily="34" charset="0"/>
              </a:rPr>
              <a:t>năng</a:t>
            </a:r>
            <a:r>
              <a:rPr lang="en-US" dirty="0">
                <a:latin typeface="+mj-lt"/>
                <a:cs typeface="Arial" panose="020B0604020202020204" pitchFamily="34" charset="0"/>
              </a:rPr>
              <a:t> </a:t>
            </a:r>
            <a:r>
              <a:rPr lang="en-US" dirty="0" err="1">
                <a:latin typeface="+mj-lt"/>
                <a:cs typeface="Arial" panose="020B0604020202020204" pitchFamily="34" charset="0"/>
              </a:rPr>
              <a:t>mới</a:t>
            </a:r>
            <a:r>
              <a:rPr lang="en-US" dirty="0">
                <a:latin typeface="+mj-lt"/>
                <a:cs typeface="Arial" panose="020B0604020202020204" pitchFamily="34" charset="0"/>
              </a:rPr>
              <a:t> </a:t>
            </a:r>
          </a:p>
        </p:txBody>
      </p:sp>
      <p:sp>
        <p:nvSpPr>
          <p:cNvPr id="8" name="Google Shape;618;p34">
            <a:extLst>
              <a:ext uri="{FF2B5EF4-FFF2-40B4-BE49-F238E27FC236}">
                <a16:creationId xmlns:a16="http://schemas.microsoft.com/office/drawing/2014/main" id="{F1771B95-2D70-2982-F1E5-2574C4037529}"/>
              </a:ext>
            </a:extLst>
          </p:cNvPr>
          <p:cNvSpPr txBox="1">
            <a:spLocks noGrp="1"/>
          </p:cNvSpPr>
          <p:nvPr>
            <p:ph type="subTitle" idx="1"/>
          </p:nvPr>
        </p:nvSpPr>
        <p:spPr>
          <a:xfrm>
            <a:off x="0" y="2067208"/>
            <a:ext cx="4391023" cy="2191939"/>
          </a:xfrm>
          <a:prstGeom prst="rect">
            <a:avLst/>
          </a:prstGeom>
        </p:spPr>
        <p:txBody>
          <a:bodyPr spcFirstLastPara="1" wrap="square" lIns="91425" tIns="91425" rIns="91425" bIns="91425" anchor="t" anchorCtr="0">
            <a:noAutofit/>
          </a:bodyPr>
          <a:lstStyle/>
          <a:p>
            <a:r>
              <a:rPr lang="vi-VN" b="1" dirty="0">
                <a:latin typeface="+mj-lt"/>
              </a:rPr>
              <a:t>	</a:t>
            </a:r>
            <a:r>
              <a:rPr lang="en-US" b="1" dirty="0" err="1">
                <a:latin typeface="+mj-lt"/>
              </a:rPr>
              <a:t>Hạn</a:t>
            </a:r>
            <a:r>
              <a:rPr lang="en-US" b="1" dirty="0">
                <a:latin typeface="+mj-lt"/>
              </a:rPr>
              <a:t> </a:t>
            </a:r>
            <a:r>
              <a:rPr lang="en-US" b="1" dirty="0" err="1">
                <a:latin typeface="+mj-lt"/>
              </a:rPr>
              <a:t>chế</a:t>
            </a:r>
            <a:endParaRPr lang="en-US" dirty="0">
              <a:latin typeface="+mj-lt"/>
            </a:endParaRPr>
          </a:p>
          <a:p>
            <a:pPr lvl="0">
              <a:buFont typeface="Wingdings" panose="05000000000000000000" pitchFamily="2" charset="2"/>
              <a:buChar char="v"/>
            </a:pPr>
            <a:r>
              <a:rPr lang="en-US" dirty="0" err="1">
                <a:latin typeface="+mj-lt"/>
              </a:rPr>
              <a:t>Chưa</a:t>
            </a:r>
            <a:r>
              <a:rPr lang="en-US" dirty="0">
                <a:latin typeface="+mj-lt"/>
              </a:rPr>
              <a:t> </a:t>
            </a:r>
            <a:r>
              <a:rPr lang="en-US" dirty="0" err="1">
                <a:latin typeface="+mj-lt"/>
              </a:rPr>
              <a:t>xử</a:t>
            </a:r>
            <a:r>
              <a:rPr lang="en-US" dirty="0">
                <a:latin typeface="+mj-lt"/>
              </a:rPr>
              <a:t> </a:t>
            </a:r>
            <a:r>
              <a:rPr lang="en-US" dirty="0" err="1">
                <a:latin typeface="+mj-lt"/>
              </a:rPr>
              <a:t>lý</a:t>
            </a:r>
            <a:r>
              <a:rPr lang="en-US" dirty="0">
                <a:latin typeface="+mj-lt"/>
              </a:rPr>
              <a:t> </a:t>
            </a:r>
            <a:r>
              <a:rPr lang="en-US" dirty="0" err="1">
                <a:latin typeface="+mj-lt"/>
              </a:rPr>
              <a:t>đầy</a:t>
            </a:r>
            <a:r>
              <a:rPr lang="en-US" dirty="0">
                <a:latin typeface="+mj-lt"/>
              </a:rPr>
              <a:t> </a:t>
            </a:r>
            <a:r>
              <a:rPr lang="en-US" dirty="0" err="1">
                <a:latin typeface="+mj-lt"/>
              </a:rPr>
              <a:t>đủ</a:t>
            </a:r>
            <a:r>
              <a:rPr lang="en-US" dirty="0">
                <a:latin typeface="+mj-lt"/>
              </a:rPr>
              <a:t> </a:t>
            </a:r>
            <a:r>
              <a:rPr lang="en-US" dirty="0" err="1">
                <a:latin typeface="+mj-lt"/>
              </a:rPr>
              <a:t>các</a:t>
            </a:r>
            <a:r>
              <a:rPr lang="en-US" dirty="0">
                <a:latin typeface="+mj-lt"/>
              </a:rPr>
              <a:t> </a:t>
            </a:r>
            <a:r>
              <a:rPr lang="en-US" dirty="0" err="1">
                <a:latin typeface="+mj-lt"/>
              </a:rPr>
              <a:t>trường</a:t>
            </a:r>
            <a:r>
              <a:rPr lang="en-US" dirty="0">
                <a:latin typeface="+mj-lt"/>
              </a:rPr>
              <a:t> </a:t>
            </a:r>
            <a:r>
              <a:rPr lang="en-US" dirty="0" err="1">
                <a:latin typeface="+mj-lt"/>
              </a:rPr>
              <a:t>hợp</a:t>
            </a:r>
            <a:r>
              <a:rPr lang="en-US" dirty="0">
                <a:latin typeface="+mj-lt"/>
              </a:rPr>
              <a:t> </a:t>
            </a:r>
            <a:r>
              <a:rPr lang="en-US" dirty="0" err="1">
                <a:latin typeface="+mj-lt"/>
              </a:rPr>
              <a:t>lỗi</a:t>
            </a:r>
            <a:r>
              <a:rPr lang="en-US" dirty="0">
                <a:latin typeface="+mj-lt"/>
              </a:rPr>
              <a:t> </a:t>
            </a:r>
            <a:endParaRPr lang="vi-VN" dirty="0">
              <a:latin typeface="+mj-lt"/>
            </a:endParaRPr>
          </a:p>
          <a:p>
            <a:pPr lvl="0">
              <a:buFont typeface="Wingdings" panose="05000000000000000000" pitchFamily="2" charset="2"/>
              <a:buChar char="v"/>
            </a:pPr>
            <a:r>
              <a:rPr lang="en-US" dirty="0">
                <a:latin typeface="+mj-lt"/>
              </a:rPr>
              <a:t>Hiệu </a:t>
            </a:r>
            <a:r>
              <a:rPr lang="en-US" dirty="0" err="1">
                <a:latin typeface="+mj-lt"/>
              </a:rPr>
              <a:t>năng</a:t>
            </a:r>
            <a:r>
              <a:rPr lang="en-US" dirty="0">
                <a:latin typeface="+mj-lt"/>
              </a:rPr>
              <a:t> </a:t>
            </a:r>
            <a:r>
              <a:rPr lang="en-US" dirty="0" err="1">
                <a:latin typeface="+mj-lt"/>
              </a:rPr>
              <a:t>chưa</a:t>
            </a:r>
            <a:r>
              <a:rPr lang="en-US" dirty="0">
                <a:latin typeface="+mj-lt"/>
              </a:rPr>
              <a:t> </a:t>
            </a:r>
            <a:r>
              <a:rPr lang="en-US" dirty="0" err="1">
                <a:latin typeface="+mj-lt"/>
              </a:rPr>
              <a:t>tối</a:t>
            </a:r>
            <a:r>
              <a:rPr lang="en-US" dirty="0">
                <a:latin typeface="+mj-lt"/>
              </a:rPr>
              <a:t> </a:t>
            </a:r>
            <a:r>
              <a:rPr lang="en-US" dirty="0" err="1">
                <a:latin typeface="+mj-lt"/>
              </a:rPr>
              <a:t>ưu</a:t>
            </a:r>
            <a:r>
              <a:rPr lang="en-US" dirty="0">
                <a:latin typeface="+mj-lt"/>
              </a:rPr>
              <a:t> </a:t>
            </a:r>
            <a:r>
              <a:rPr lang="en-US" dirty="0" err="1">
                <a:latin typeface="+mj-lt"/>
              </a:rPr>
              <a:t>khi</a:t>
            </a:r>
            <a:r>
              <a:rPr lang="en-US" dirty="0">
                <a:latin typeface="+mj-lt"/>
              </a:rPr>
              <a:t> </a:t>
            </a:r>
            <a:r>
              <a:rPr lang="en-US" dirty="0" err="1">
                <a:latin typeface="+mj-lt"/>
              </a:rPr>
              <a:t>dữ</a:t>
            </a:r>
            <a:r>
              <a:rPr lang="en-US" dirty="0">
                <a:latin typeface="+mj-lt"/>
              </a:rPr>
              <a:t> </a:t>
            </a:r>
            <a:r>
              <a:rPr lang="en-US" dirty="0" err="1">
                <a:latin typeface="+mj-lt"/>
              </a:rPr>
              <a:t>liệu</a:t>
            </a:r>
            <a:r>
              <a:rPr lang="en-US" dirty="0">
                <a:latin typeface="+mj-lt"/>
              </a:rPr>
              <a:t> </a:t>
            </a:r>
            <a:r>
              <a:rPr lang="en-US" dirty="0" err="1">
                <a:latin typeface="+mj-lt"/>
              </a:rPr>
              <a:t>lớn</a:t>
            </a:r>
            <a:r>
              <a:rPr lang="en-US" dirty="0">
                <a:latin typeface="+mj-lt"/>
              </a:rPr>
              <a:t> </a:t>
            </a:r>
          </a:p>
          <a:p>
            <a:pPr lvl="0">
              <a:buFont typeface="Wingdings" panose="05000000000000000000" pitchFamily="2" charset="2"/>
              <a:buChar char="v"/>
            </a:pPr>
            <a:r>
              <a:rPr lang="en-US" dirty="0" err="1">
                <a:latin typeface="+mj-lt"/>
              </a:rPr>
              <a:t>Chưa</a:t>
            </a:r>
            <a:r>
              <a:rPr lang="en-US" dirty="0">
                <a:latin typeface="+mj-lt"/>
              </a:rPr>
              <a:t> </a:t>
            </a:r>
            <a:r>
              <a:rPr lang="en-US" dirty="0" err="1">
                <a:latin typeface="+mj-lt"/>
              </a:rPr>
              <a:t>có</a:t>
            </a:r>
            <a:r>
              <a:rPr lang="en-US" dirty="0">
                <a:latin typeface="+mj-lt"/>
              </a:rPr>
              <a:t> </a:t>
            </a:r>
            <a:r>
              <a:rPr lang="en-US" dirty="0" err="1">
                <a:latin typeface="+mj-lt"/>
              </a:rPr>
              <a:t>cơ</a:t>
            </a:r>
            <a:r>
              <a:rPr lang="en-US" dirty="0">
                <a:latin typeface="+mj-lt"/>
              </a:rPr>
              <a:t> </a:t>
            </a:r>
            <a:r>
              <a:rPr lang="en-US" dirty="0" err="1">
                <a:latin typeface="+mj-lt"/>
              </a:rPr>
              <a:t>chế</a:t>
            </a:r>
            <a:r>
              <a:rPr lang="en-US" dirty="0">
                <a:latin typeface="+mj-lt"/>
              </a:rPr>
              <a:t> </a:t>
            </a:r>
            <a:r>
              <a:rPr lang="en-US" dirty="0" err="1">
                <a:latin typeface="+mj-lt"/>
              </a:rPr>
              <a:t>phân</a:t>
            </a:r>
            <a:r>
              <a:rPr lang="en-US" dirty="0">
                <a:latin typeface="+mj-lt"/>
              </a:rPr>
              <a:t> </a:t>
            </a:r>
            <a:r>
              <a:rPr lang="en-US" dirty="0" err="1">
                <a:latin typeface="+mj-lt"/>
              </a:rPr>
              <a:t>quyền</a:t>
            </a:r>
            <a:r>
              <a:rPr lang="en-US" dirty="0">
                <a:latin typeface="+mj-lt"/>
              </a:rPr>
              <a:t> </a:t>
            </a:r>
            <a:r>
              <a:rPr lang="en-US" dirty="0" err="1">
                <a:latin typeface="+mj-lt"/>
              </a:rPr>
              <a:t>người</a:t>
            </a:r>
            <a:r>
              <a:rPr lang="en-US" dirty="0">
                <a:latin typeface="+mj-lt"/>
              </a:rPr>
              <a:t> </a:t>
            </a:r>
            <a:r>
              <a:rPr lang="en-US" dirty="0" err="1">
                <a:latin typeface="+mj-lt"/>
              </a:rPr>
              <a:t>dùng</a:t>
            </a:r>
            <a:r>
              <a:rPr lang="en-US" dirty="0">
                <a:latin typeface="+mj-lt"/>
              </a:rPr>
              <a:t> </a:t>
            </a:r>
          </a:p>
          <a:p>
            <a:pPr lvl="0">
              <a:buFont typeface="Wingdings" panose="05000000000000000000" pitchFamily="2" charset="2"/>
              <a:buChar char="v"/>
            </a:pPr>
            <a:r>
              <a:rPr lang="en-US" dirty="0" err="1">
                <a:latin typeface="+mj-lt"/>
              </a:rPr>
              <a:t>Phụ</a:t>
            </a:r>
            <a:r>
              <a:rPr lang="en-US" dirty="0">
                <a:latin typeface="+mj-lt"/>
              </a:rPr>
              <a:t> </a:t>
            </a:r>
            <a:r>
              <a:rPr lang="en-US" dirty="0" err="1">
                <a:latin typeface="+mj-lt"/>
              </a:rPr>
              <a:t>thuộc</a:t>
            </a:r>
            <a:r>
              <a:rPr lang="en-US" dirty="0">
                <a:latin typeface="+mj-lt"/>
              </a:rPr>
              <a:t> </a:t>
            </a:r>
            <a:r>
              <a:rPr lang="en-US" dirty="0" err="1">
                <a:latin typeface="+mj-lt"/>
              </a:rPr>
              <a:t>vào</a:t>
            </a:r>
            <a:r>
              <a:rPr lang="en-US" dirty="0">
                <a:latin typeface="+mj-lt"/>
              </a:rPr>
              <a:t> </a:t>
            </a:r>
            <a:r>
              <a:rPr lang="en-US" dirty="0" err="1">
                <a:latin typeface="+mj-lt"/>
              </a:rPr>
              <a:t>kết</a:t>
            </a:r>
            <a:r>
              <a:rPr lang="en-US" dirty="0">
                <a:latin typeface="+mj-lt"/>
              </a:rPr>
              <a:t> </a:t>
            </a:r>
            <a:r>
              <a:rPr lang="en-US" dirty="0" err="1">
                <a:latin typeface="+mj-lt"/>
              </a:rPr>
              <a:t>nối</a:t>
            </a:r>
            <a:r>
              <a:rPr lang="en-US" dirty="0">
                <a:latin typeface="+mj-lt"/>
              </a:rPr>
              <a:t> internet </a:t>
            </a:r>
            <a:r>
              <a:rPr lang="en-US" dirty="0" err="1">
                <a:latin typeface="+mj-lt"/>
              </a:rPr>
              <a:t>đối</a:t>
            </a:r>
            <a:r>
              <a:rPr lang="en-US" dirty="0">
                <a:latin typeface="+mj-lt"/>
              </a:rPr>
              <a:t> </a:t>
            </a:r>
            <a:r>
              <a:rPr lang="en-US" dirty="0" err="1">
                <a:latin typeface="+mj-lt"/>
              </a:rPr>
              <a:t>với</a:t>
            </a:r>
            <a:r>
              <a:rPr lang="en-US" dirty="0">
                <a:latin typeface="+mj-lt"/>
              </a:rPr>
              <a:t> </a:t>
            </a:r>
            <a:r>
              <a:rPr lang="en-US" dirty="0" err="1">
                <a:latin typeface="+mj-lt"/>
              </a:rPr>
              <a:t>chức</a:t>
            </a:r>
            <a:r>
              <a:rPr lang="en-US" dirty="0">
                <a:latin typeface="+mj-lt"/>
              </a:rPr>
              <a:t> </a:t>
            </a:r>
            <a:r>
              <a:rPr lang="en-US" dirty="0" err="1">
                <a:latin typeface="+mj-lt"/>
              </a:rPr>
              <a:t>năng</a:t>
            </a:r>
            <a:r>
              <a:rPr lang="en-US" dirty="0">
                <a:latin typeface="+mj-lt"/>
              </a:rPr>
              <a:t> AI </a:t>
            </a:r>
          </a:p>
          <a:p>
            <a:pPr lvl="0">
              <a:buFont typeface="Wingdings" panose="05000000000000000000" pitchFamily="2" charset="2"/>
              <a:buChar char="v"/>
            </a:pPr>
            <a:r>
              <a:rPr lang="en-US" dirty="0" err="1">
                <a:latin typeface="+mj-lt"/>
              </a:rPr>
              <a:t>Chưa</a:t>
            </a:r>
            <a:r>
              <a:rPr lang="en-US" dirty="0">
                <a:latin typeface="+mj-lt"/>
              </a:rPr>
              <a:t> </a:t>
            </a:r>
            <a:r>
              <a:rPr lang="en-US" dirty="0" err="1">
                <a:latin typeface="+mj-lt"/>
              </a:rPr>
              <a:t>triển</a:t>
            </a:r>
            <a:r>
              <a:rPr lang="en-US" dirty="0">
                <a:latin typeface="+mj-lt"/>
              </a:rPr>
              <a:t> </a:t>
            </a:r>
            <a:r>
              <a:rPr lang="en-US" dirty="0" err="1">
                <a:latin typeface="+mj-lt"/>
              </a:rPr>
              <a:t>khai</a:t>
            </a:r>
            <a:r>
              <a:rPr lang="en-US" dirty="0">
                <a:latin typeface="+mj-lt"/>
              </a:rPr>
              <a:t> </a:t>
            </a:r>
            <a:r>
              <a:rPr lang="en-US" dirty="0" err="1">
                <a:latin typeface="+mj-lt"/>
              </a:rPr>
              <a:t>đầy</a:t>
            </a:r>
            <a:r>
              <a:rPr lang="en-US" dirty="0">
                <a:latin typeface="+mj-lt"/>
              </a:rPr>
              <a:t> </a:t>
            </a:r>
            <a:r>
              <a:rPr lang="en-US" dirty="0" err="1">
                <a:latin typeface="+mj-lt"/>
              </a:rPr>
              <a:t>đủ</a:t>
            </a:r>
            <a:r>
              <a:rPr lang="en-US" dirty="0">
                <a:latin typeface="+mj-lt"/>
              </a:rPr>
              <a:t> </a:t>
            </a:r>
            <a:r>
              <a:rPr lang="en-US" dirty="0" err="1">
                <a:latin typeface="+mj-lt"/>
              </a:rPr>
              <a:t>kiến</a:t>
            </a:r>
            <a:r>
              <a:rPr lang="en-US" dirty="0">
                <a:latin typeface="+mj-lt"/>
              </a:rPr>
              <a:t> </a:t>
            </a:r>
            <a:r>
              <a:rPr lang="en-US" dirty="0" err="1">
                <a:latin typeface="+mj-lt"/>
              </a:rPr>
              <a:t>trúc</a:t>
            </a:r>
            <a:r>
              <a:rPr lang="en-US" dirty="0">
                <a:latin typeface="+mj-lt"/>
              </a:rPr>
              <a:t> MVVM (</a:t>
            </a:r>
            <a:r>
              <a:rPr lang="en-US" dirty="0" err="1">
                <a:latin typeface="+mj-lt"/>
              </a:rPr>
              <a:t>nếu</a:t>
            </a:r>
            <a:r>
              <a:rPr lang="en-US" dirty="0">
                <a:latin typeface="+mj-lt"/>
              </a:rPr>
              <a:t> </a:t>
            </a:r>
            <a:r>
              <a:rPr lang="en-US" dirty="0" err="1">
                <a:latin typeface="+mj-lt"/>
              </a:rPr>
              <a:t>chưa</a:t>
            </a:r>
            <a:r>
              <a:rPr lang="en-US" dirty="0">
                <a:latin typeface="+mj-lt"/>
              </a:rPr>
              <a:t> </a:t>
            </a:r>
            <a:r>
              <a:rPr lang="en-US" dirty="0" err="1">
                <a:latin typeface="+mj-lt"/>
              </a:rPr>
              <a:t>làm</a:t>
            </a:r>
            <a:r>
              <a:rPr lang="en-US" dirty="0">
                <a:latin typeface="+mj-lt"/>
              </a:rPr>
              <a:t> </a:t>
            </a:r>
            <a:r>
              <a:rPr lang="en-US" dirty="0" err="1">
                <a:latin typeface="+mj-lt"/>
              </a:rPr>
              <a:t>hoàn</a:t>
            </a:r>
            <a:r>
              <a:rPr lang="en-US" dirty="0">
                <a:latin typeface="+mj-lt"/>
              </a:rPr>
              <a:t> </a:t>
            </a:r>
            <a:r>
              <a:rPr lang="en-US" dirty="0" err="1">
                <a:latin typeface="+mj-lt"/>
              </a:rPr>
              <a:t>chỉnh</a:t>
            </a:r>
            <a:r>
              <a:rPr lang="en-US" dirty="0">
                <a:latin typeface="+mj-lt"/>
              </a:rPr>
              <a:t>) </a:t>
            </a:r>
          </a:p>
          <a:p>
            <a:pPr marL="0" lvl="0" indent="0" algn="l" rtl="0">
              <a:spcBef>
                <a:spcPts val="0"/>
              </a:spcBef>
              <a:spcAft>
                <a:spcPts val="0"/>
              </a:spcAft>
              <a:buNone/>
            </a:pPr>
            <a:endParaRPr dirty="0">
              <a:latin typeface="+mj-lt"/>
            </a:endParaRPr>
          </a:p>
        </p:txBody>
      </p:sp>
    </p:spTree>
    <p:extLst>
      <p:ext uri="{BB962C8B-B14F-4D97-AF65-F5344CB8AC3E}">
        <p14:creationId xmlns:p14="http://schemas.microsoft.com/office/powerpoint/2010/main" val="24651098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46">
          <a:extLst>
            <a:ext uri="{FF2B5EF4-FFF2-40B4-BE49-F238E27FC236}">
              <a16:creationId xmlns:a16="http://schemas.microsoft.com/office/drawing/2014/main" id="{9BD744D7-9185-2E70-7A56-00DB9D635495}"/>
            </a:ext>
          </a:extLst>
        </p:cNvPr>
        <p:cNvGrpSpPr/>
        <p:nvPr/>
      </p:nvGrpSpPr>
      <p:grpSpPr>
        <a:xfrm>
          <a:off x="0" y="0"/>
          <a:ext cx="0" cy="0"/>
          <a:chOff x="0" y="0"/>
          <a:chExt cx="0" cy="0"/>
        </a:xfrm>
      </p:grpSpPr>
      <p:sp>
        <p:nvSpPr>
          <p:cNvPr id="1047" name="Google Shape;1047;p47">
            <a:extLst>
              <a:ext uri="{FF2B5EF4-FFF2-40B4-BE49-F238E27FC236}">
                <a16:creationId xmlns:a16="http://schemas.microsoft.com/office/drawing/2014/main" id="{A5730A69-96DC-216D-0C09-B89E541E2D31}"/>
              </a:ext>
            </a:extLst>
          </p:cNvPr>
          <p:cNvSpPr/>
          <p:nvPr/>
        </p:nvSpPr>
        <p:spPr>
          <a:xfrm>
            <a:off x="4814750" y="686525"/>
            <a:ext cx="3202800" cy="39222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1049" name="Google Shape;1049;p47">
            <a:extLst>
              <a:ext uri="{FF2B5EF4-FFF2-40B4-BE49-F238E27FC236}">
                <a16:creationId xmlns:a16="http://schemas.microsoft.com/office/drawing/2014/main" id="{E2A21AAC-9413-A843-0600-5086A105E708}"/>
              </a:ext>
            </a:extLst>
          </p:cNvPr>
          <p:cNvSpPr txBox="1">
            <a:spLocks noGrp="1"/>
          </p:cNvSpPr>
          <p:nvPr>
            <p:ph type="title"/>
          </p:nvPr>
        </p:nvSpPr>
        <p:spPr>
          <a:xfrm>
            <a:off x="1264863" y="719700"/>
            <a:ext cx="2769900" cy="2348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sz="5000" dirty="0"/>
              <a:t>Chạy Demo</a:t>
            </a:r>
            <a:endParaRPr sz="5000" dirty="0"/>
          </a:p>
        </p:txBody>
      </p:sp>
      <p:grpSp>
        <p:nvGrpSpPr>
          <p:cNvPr id="1051" name="Google Shape;1051;p47">
            <a:extLst>
              <a:ext uri="{FF2B5EF4-FFF2-40B4-BE49-F238E27FC236}">
                <a16:creationId xmlns:a16="http://schemas.microsoft.com/office/drawing/2014/main" id="{68F96541-29A6-43D9-09DE-67D4927F77B8}"/>
              </a:ext>
            </a:extLst>
          </p:cNvPr>
          <p:cNvGrpSpPr/>
          <p:nvPr/>
        </p:nvGrpSpPr>
        <p:grpSpPr>
          <a:xfrm>
            <a:off x="7815606" y="2849777"/>
            <a:ext cx="489317" cy="344700"/>
            <a:chOff x="3505000" y="2578075"/>
            <a:chExt cx="1546025" cy="1089100"/>
          </a:xfrm>
        </p:grpSpPr>
        <p:grpSp>
          <p:nvGrpSpPr>
            <p:cNvPr id="1052" name="Google Shape;1052;p47">
              <a:extLst>
                <a:ext uri="{FF2B5EF4-FFF2-40B4-BE49-F238E27FC236}">
                  <a16:creationId xmlns:a16="http://schemas.microsoft.com/office/drawing/2014/main" id="{38A3C401-AB8D-15E5-8D29-7062E389585D}"/>
                </a:ext>
              </a:extLst>
            </p:cNvPr>
            <p:cNvGrpSpPr/>
            <p:nvPr/>
          </p:nvGrpSpPr>
          <p:grpSpPr>
            <a:xfrm>
              <a:off x="3505000" y="2578075"/>
              <a:ext cx="232500" cy="1089100"/>
              <a:chOff x="3505000" y="595000"/>
              <a:chExt cx="232500" cy="1089100"/>
            </a:xfrm>
          </p:grpSpPr>
          <p:sp>
            <p:nvSpPr>
              <p:cNvPr id="1053" name="Google Shape;1053;p47">
                <a:extLst>
                  <a:ext uri="{FF2B5EF4-FFF2-40B4-BE49-F238E27FC236}">
                    <a16:creationId xmlns:a16="http://schemas.microsoft.com/office/drawing/2014/main" id="{BAE36D3E-F0B3-24F4-67E0-9652480A3D30}"/>
                  </a:ext>
                </a:extLst>
              </p:cNvPr>
              <p:cNvSpPr/>
              <p:nvPr/>
            </p:nvSpPr>
            <p:spPr>
              <a:xfrm>
                <a:off x="3505000" y="5950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1054" name="Google Shape;1054;p47">
                <a:extLst>
                  <a:ext uri="{FF2B5EF4-FFF2-40B4-BE49-F238E27FC236}">
                    <a16:creationId xmlns:a16="http://schemas.microsoft.com/office/drawing/2014/main" id="{6F431E1F-9DF9-109B-0CAF-CA028015C96E}"/>
                  </a:ext>
                </a:extLst>
              </p:cNvPr>
              <p:cNvSpPr/>
              <p:nvPr/>
            </p:nvSpPr>
            <p:spPr>
              <a:xfrm>
                <a:off x="3505000" y="10233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1055" name="Google Shape;1055;p47">
                <a:extLst>
                  <a:ext uri="{FF2B5EF4-FFF2-40B4-BE49-F238E27FC236}">
                    <a16:creationId xmlns:a16="http://schemas.microsoft.com/office/drawing/2014/main" id="{E4B10116-BACA-3C5F-8DC7-29DFDA1932FF}"/>
                  </a:ext>
                </a:extLst>
              </p:cNvPr>
              <p:cNvSpPr/>
              <p:nvPr/>
            </p:nvSpPr>
            <p:spPr>
              <a:xfrm>
                <a:off x="3505000" y="14516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grpSp>
          <p:nvGrpSpPr>
            <p:cNvPr id="1056" name="Google Shape;1056;p47">
              <a:extLst>
                <a:ext uri="{FF2B5EF4-FFF2-40B4-BE49-F238E27FC236}">
                  <a16:creationId xmlns:a16="http://schemas.microsoft.com/office/drawing/2014/main" id="{6F5574E6-3E58-1C6B-55C5-45C07CD6C539}"/>
                </a:ext>
              </a:extLst>
            </p:cNvPr>
            <p:cNvGrpSpPr/>
            <p:nvPr/>
          </p:nvGrpSpPr>
          <p:grpSpPr>
            <a:xfrm>
              <a:off x="3928475" y="2578075"/>
              <a:ext cx="232500" cy="1089100"/>
              <a:chOff x="3505000" y="595000"/>
              <a:chExt cx="232500" cy="1089100"/>
            </a:xfrm>
          </p:grpSpPr>
          <p:sp>
            <p:nvSpPr>
              <p:cNvPr id="1057" name="Google Shape;1057;p47">
                <a:extLst>
                  <a:ext uri="{FF2B5EF4-FFF2-40B4-BE49-F238E27FC236}">
                    <a16:creationId xmlns:a16="http://schemas.microsoft.com/office/drawing/2014/main" id="{51AA9421-C215-2974-3296-F4F4F7DE2D14}"/>
                  </a:ext>
                </a:extLst>
              </p:cNvPr>
              <p:cNvSpPr/>
              <p:nvPr/>
            </p:nvSpPr>
            <p:spPr>
              <a:xfrm>
                <a:off x="3505000" y="5950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1058" name="Google Shape;1058;p47">
                <a:extLst>
                  <a:ext uri="{FF2B5EF4-FFF2-40B4-BE49-F238E27FC236}">
                    <a16:creationId xmlns:a16="http://schemas.microsoft.com/office/drawing/2014/main" id="{A1898B1A-CA1E-B221-3079-224B2678100F}"/>
                  </a:ext>
                </a:extLst>
              </p:cNvPr>
              <p:cNvSpPr/>
              <p:nvPr/>
            </p:nvSpPr>
            <p:spPr>
              <a:xfrm>
                <a:off x="3505000" y="10233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1059" name="Google Shape;1059;p47">
                <a:extLst>
                  <a:ext uri="{FF2B5EF4-FFF2-40B4-BE49-F238E27FC236}">
                    <a16:creationId xmlns:a16="http://schemas.microsoft.com/office/drawing/2014/main" id="{E4DE3578-8FAE-2955-FDA5-DE8FD9B01079}"/>
                  </a:ext>
                </a:extLst>
              </p:cNvPr>
              <p:cNvSpPr/>
              <p:nvPr/>
            </p:nvSpPr>
            <p:spPr>
              <a:xfrm>
                <a:off x="3505000" y="14516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grpSp>
          <p:nvGrpSpPr>
            <p:cNvPr id="1060" name="Google Shape;1060;p47">
              <a:extLst>
                <a:ext uri="{FF2B5EF4-FFF2-40B4-BE49-F238E27FC236}">
                  <a16:creationId xmlns:a16="http://schemas.microsoft.com/office/drawing/2014/main" id="{7407D50F-ED72-8DB0-3FA6-271AEF7345B4}"/>
                </a:ext>
              </a:extLst>
            </p:cNvPr>
            <p:cNvGrpSpPr/>
            <p:nvPr/>
          </p:nvGrpSpPr>
          <p:grpSpPr>
            <a:xfrm>
              <a:off x="4395050" y="2578075"/>
              <a:ext cx="232500" cy="1089100"/>
              <a:chOff x="3505000" y="595000"/>
              <a:chExt cx="232500" cy="1089100"/>
            </a:xfrm>
          </p:grpSpPr>
          <p:sp>
            <p:nvSpPr>
              <p:cNvPr id="1061" name="Google Shape;1061;p47">
                <a:extLst>
                  <a:ext uri="{FF2B5EF4-FFF2-40B4-BE49-F238E27FC236}">
                    <a16:creationId xmlns:a16="http://schemas.microsoft.com/office/drawing/2014/main" id="{FBFA0AC9-8F40-5EF2-DA96-9793310AEF63}"/>
                  </a:ext>
                </a:extLst>
              </p:cNvPr>
              <p:cNvSpPr/>
              <p:nvPr/>
            </p:nvSpPr>
            <p:spPr>
              <a:xfrm>
                <a:off x="3505000" y="5950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1062" name="Google Shape;1062;p47">
                <a:extLst>
                  <a:ext uri="{FF2B5EF4-FFF2-40B4-BE49-F238E27FC236}">
                    <a16:creationId xmlns:a16="http://schemas.microsoft.com/office/drawing/2014/main" id="{F808E371-DCC2-EDF2-E264-F07536B80236}"/>
                  </a:ext>
                </a:extLst>
              </p:cNvPr>
              <p:cNvSpPr/>
              <p:nvPr/>
            </p:nvSpPr>
            <p:spPr>
              <a:xfrm>
                <a:off x="3505000" y="10233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1063" name="Google Shape;1063;p47">
                <a:extLst>
                  <a:ext uri="{FF2B5EF4-FFF2-40B4-BE49-F238E27FC236}">
                    <a16:creationId xmlns:a16="http://schemas.microsoft.com/office/drawing/2014/main" id="{EB26BF90-302E-25FE-0B7A-A194B7855250}"/>
                  </a:ext>
                </a:extLst>
              </p:cNvPr>
              <p:cNvSpPr/>
              <p:nvPr/>
            </p:nvSpPr>
            <p:spPr>
              <a:xfrm>
                <a:off x="3505000" y="14516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grpSp>
          <p:nvGrpSpPr>
            <p:cNvPr id="1064" name="Google Shape;1064;p47">
              <a:extLst>
                <a:ext uri="{FF2B5EF4-FFF2-40B4-BE49-F238E27FC236}">
                  <a16:creationId xmlns:a16="http://schemas.microsoft.com/office/drawing/2014/main" id="{3C7468A1-DF24-89D0-C14D-036A3233CB88}"/>
                </a:ext>
              </a:extLst>
            </p:cNvPr>
            <p:cNvGrpSpPr/>
            <p:nvPr/>
          </p:nvGrpSpPr>
          <p:grpSpPr>
            <a:xfrm>
              <a:off x="4818525" y="2578075"/>
              <a:ext cx="232500" cy="1089100"/>
              <a:chOff x="3505000" y="595000"/>
              <a:chExt cx="232500" cy="1089100"/>
            </a:xfrm>
          </p:grpSpPr>
          <p:sp>
            <p:nvSpPr>
              <p:cNvPr id="1065" name="Google Shape;1065;p47">
                <a:extLst>
                  <a:ext uri="{FF2B5EF4-FFF2-40B4-BE49-F238E27FC236}">
                    <a16:creationId xmlns:a16="http://schemas.microsoft.com/office/drawing/2014/main" id="{E4CAFB6C-502E-7ABB-E1B4-7E87F7009B38}"/>
                  </a:ext>
                </a:extLst>
              </p:cNvPr>
              <p:cNvSpPr/>
              <p:nvPr/>
            </p:nvSpPr>
            <p:spPr>
              <a:xfrm>
                <a:off x="3505000" y="5950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1066" name="Google Shape;1066;p47">
                <a:extLst>
                  <a:ext uri="{FF2B5EF4-FFF2-40B4-BE49-F238E27FC236}">
                    <a16:creationId xmlns:a16="http://schemas.microsoft.com/office/drawing/2014/main" id="{109CEC66-E5C4-2FCF-1083-FBB8B010CAA2}"/>
                  </a:ext>
                </a:extLst>
              </p:cNvPr>
              <p:cNvSpPr/>
              <p:nvPr/>
            </p:nvSpPr>
            <p:spPr>
              <a:xfrm>
                <a:off x="3505000" y="10233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1067" name="Google Shape;1067;p47">
                <a:extLst>
                  <a:ext uri="{FF2B5EF4-FFF2-40B4-BE49-F238E27FC236}">
                    <a16:creationId xmlns:a16="http://schemas.microsoft.com/office/drawing/2014/main" id="{5984545F-57CF-5C56-BCB9-908F21FA5D16}"/>
                  </a:ext>
                </a:extLst>
              </p:cNvPr>
              <p:cNvSpPr/>
              <p:nvPr/>
            </p:nvSpPr>
            <p:spPr>
              <a:xfrm>
                <a:off x="3505000" y="14516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grpSp>
      <p:sp>
        <p:nvSpPr>
          <p:cNvPr id="3" name="Picture Placeholder 2">
            <a:extLst>
              <a:ext uri="{FF2B5EF4-FFF2-40B4-BE49-F238E27FC236}">
                <a16:creationId xmlns:a16="http://schemas.microsoft.com/office/drawing/2014/main" id="{3464900D-44DD-A6C2-D4BD-B7E50CAC2BF4}"/>
              </a:ext>
            </a:extLst>
          </p:cNvPr>
          <p:cNvSpPr>
            <a:spLocks noGrp="1"/>
          </p:cNvSpPr>
          <p:nvPr>
            <p:ph type="pic" idx="2"/>
          </p:nvPr>
        </p:nvSpPr>
        <p:spPr/>
        <p:txBody>
          <a:bodyPr/>
          <a:lstStyle/>
          <a:p>
            <a:endParaRPr lang="en-US" dirty="0"/>
          </a:p>
        </p:txBody>
      </p:sp>
    </p:spTree>
    <p:extLst>
      <p:ext uri="{BB962C8B-B14F-4D97-AF65-F5344CB8AC3E}">
        <p14:creationId xmlns:p14="http://schemas.microsoft.com/office/powerpoint/2010/main" val="22944422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332;p56">
            <a:extLst>
              <a:ext uri="{FF2B5EF4-FFF2-40B4-BE49-F238E27FC236}">
                <a16:creationId xmlns:a16="http://schemas.microsoft.com/office/drawing/2014/main" id="{8D4D3577-6D20-67EF-B32A-9E46B1F48716}"/>
              </a:ext>
            </a:extLst>
          </p:cNvPr>
          <p:cNvSpPr txBox="1">
            <a:spLocks/>
          </p:cNvSpPr>
          <p:nvPr/>
        </p:nvSpPr>
        <p:spPr>
          <a:xfrm>
            <a:off x="4056816" y="1626419"/>
            <a:ext cx="4448100" cy="189066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6000" dirty="0">
                <a:solidFill>
                  <a:schemeClr val="lt2"/>
                </a:solidFill>
                <a:latin typeface="Anton"/>
                <a:sym typeface="Anton"/>
              </a:rPr>
              <a:t>Thanks</a:t>
            </a:r>
            <a:r>
              <a:rPr lang="vi-VN" sz="6000" dirty="0">
                <a:solidFill>
                  <a:schemeClr val="lt2"/>
                </a:solidFill>
                <a:latin typeface="Anton"/>
                <a:sym typeface="Anton"/>
              </a:rPr>
              <a:t> for Watching</a:t>
            </a:r>
            <a:r>
              <a:rPr lang="en-US" sz="6000" dirty="0">
                <a:solidFill>
                  <a:schemeClr val="lt2"/>
                </a:solidFill>
                <a:latin typeface="Anton"/>
                <a:sym typeface="Anton"/>
              </a:rPr>
              <a:t>!</a:t>
            </a:r>
          </a:p>
        </p:txBody>
      </p:sp>
      <p:sp>
        <p:nvSpPr>
          <p:cNvPr id="3" name="Google Shape;1330;p56">
            <a:extLst>
              <a:ext uri="{FF2B5EF4-FFF2-40B4-BE49-F238E27FC236}">
                <a16:creationId xmlns:a16="http://schemas.microsoft.com/office/drawing/2014/main" id="{C516E5B9-25A6-336A-E6CE-91E68574E492}"/>
              </a:ext>
            </a:extLst>
          </p:cNvPr>
          <p:cNvSpPr/>
          <p:nvPr/>
        </p:nvSpPr>
        <p:spPr>
          <a:xfrm>
            <a:off x="815775" y="3081300"/>
            <a:ext cx="2548800" cy="1473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4" name="Google Shape;1331;p56">
            <a:extLst>
              <a:ext uri="{FF2B5EF4-FFF2-40B4-BE49-F238E27FC236}">
                <a16:creationId xmlns:a16="http://schemas.microsoft.com/office/drawing/2014/main" id="{843FEF9E-953F-E1C2-22D4-17590D1E0A4A}"/>
              </a:ext>
            </a:extLst>
          </p:cNvPr>
          <p:cNvSpPr/>
          <p:nvPr/>
        </p:nvSpPr>
        <p:spPr>
          <a:xfrm>
            <a:off x="815775" y="637075"/>
            <a:ext cx="2548800" cy="22131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pic>
        <p:nvPicPr>
          <p:cNvPr id="5" name="Google Shape;1351;p56">
            <a:extLst>
              <a:ext uri="{FF2B5EF4-FFF2-40B4-BE49-F238E27FC236}">
                <a16:creationId xmlns:a16="http://schemas.microsoft.com/office/drawing/2014/main" id="{72661D24-B3C9-8CFB-3FC1-D87FF36F3259}"/>
              </a:ext>
            </a:extLst>
          </p:cNvPr>
          <p:cNvPicPr preferRelativeResize="0">
            <a:picLocks/>
          </p:cNvPicPr>
          <p:nvPr/>
        </p:nvPicPr>
        <p:blipFill rotWithShape="1">
          <a:blip r:embed="rId2">
            <a:alphaModFix/>
          </a:blip>
          <a:srcRect t="19551" r="38609" b="56787"/>
          <a:stretch/>
        </p:blipFill>
        <p:spPr>
          <a:xfrm>
            <a:off x="713225" y="2968375"/>
            <a:ext cx="2548800" cy="1473900"/>
          </a:xfrm>
          <a:prstGeom prst="rect">
            <a:avLst/>
          </a:prstGeom>
        </p:spPr>
      </p:pic>
      <p:pic>
        <p:nvPicPr>
          <p:cNvPr id="6" name="Google Shape;1352;p56">
            <a:extLst>
              <a:ext uri="{FF2B5EF4-FFF2-40B4-BE49-F238E27FC236}">
                <a16:creationId xmlns:a16="http://schemas.microsoft.com/office/drawing/2014/main" id="{08BB3634-9430-656B-6467-79AF68177C53}"/>
              </a:ext>
            </a:extLst>
          </p:cNvPr>
          <p:cNvPicPr preferRelativeResize="0">
            <a:picLocks/>
          </p:cNvPicPr>
          <p:nvPr/>
        </p:nvPicPr>
        <p:blipFill rotWithShape="1">
          <a:blip r:embed="rId3">
            <a:alphaModFix/>
          </a:blip>
          <a:srcRect t="25046" b="17083"/>
          <a:stretch/>
        </p:blipFill>
        <p:spPr>
          <a:xfrm>
            <a:off x="713225" y="539500"/>
            <a:ext cx="2548800" cy="2213100"/>
          </a:xfrm>
          <a:prstGeom prst="rect">
            <a:avLst/>
          </a:prstGeom>
        </p:spPr>
      </p:pic>
      <p:sp>
        <p:nvSpPr>
          <p:cNvPr id="7" name="Google Shape;1331;p56">
            <a:extLst>
              <a:ext uri="{FF2B5EF4-FFF2-40B4-BE49-F238E27FC236}">
                <a16:creationId xmlns:a16="http://schemas.microsoft.com/office/drawing/2014/main" id="{8166CA86-15E8-B0CD-2D9D-85C3658C88F3}"/>
              </a:ext>
            </a:extLst>
          </p:cNvPr>
          <p:cNvSpPr/>
          <p:nvPr/>
        </p:nvSpPr>
        <p:spPr>
          <a:xfrm>
            <a:off x="968175" y="789475"/>
            <a:ext cx="2548800" cy="22131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8" name="Google Shape;1330;p56">
            <a:extLst>
              <a:ext uri="{FF2B5EF4-FFF2-40B4-BE49-F238E27FC236}">
                <a16:creationId xmlns:a16="http://schemas.microsoft.com/office/drawing/2014/main" id="{2ED8AAAB-CA43-E51D-D29A-EE2BCBCAFFC2}"/>
              </a:ext>
            </a:extLst>
          </p:cNvPr>
          <p:cNvSpPr/>
          <p:nvPr/>
        </p:nvSpPr>
        <p:spPr>
          <a:xfrm>
            <a:off x="968175" y="3233700"/>
            <a:ext cx="2548800" cy="1473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nvGrpSpPr>
          <p:cNvPr id="9" name="Google Shape;1353;p56">
            <a:extLst>
              <a:ext uri="{FF2B5EF4-FFF2-40B4-BE49-F238E27FC236}">
                <a16:creationId xmlns:a16="http://schemas.microsoft.com/office/drawing/2014/main" id="{B0E7741A-EEAA-835B-BB3F-3DCED91A3AB2}"/>
              </a:ext>
            </a:extLst>
          </p:cNvPr>
          <p:cNvGrpSpPr/>
          <p:nvPr/>
        </p:nvGrpSpPr>
        <p:grpSpPr>
          <a:xfrm>
            <a:off x="2959556" y="4277752"/>
            <a:ext cx="489317" cy="344700"/>
            <a:chOff x="3505000" y="2578075"/>
            <a:chExt cx="1546025" cy="1089100"/>
          </a:xfrm>
        </p:grpSpPr>
        <p:grpSp>
          <p:nvGrpSpPr>
            <p:cNvPr id="10" name="Google Shape;1354;p56">
              <a:extLst>
                <a:ext uri="{FF2B5EF4-FFF2-40B4-BE49-F238E27FC236}">
                  <a16:creationId xmlns:a16="http://schemas.microsoft.com/office/drawing/2014/main" id="{A3068E26-6580-B686-B63A-CE13544029FB}"/>
                </a:ext>
              </a:extLst>
            </p:cNvPr>
            <p:cNvGrpSpPr/>
            <p:nvPr/>
          </p:nvGrpSpPr>
          <p:grpSpPr>
            <a:xfrm>
              <a:off x="3505000" y="2578075"/>
              <a:ext cx="232500" cy="1089100"/>
              <a:chOff x="3505000" y="595000"/>
              <a:chExt cx="232500" cy="1089100"/>
            </a:xfrm>
          </p:grpSpPr>
          <p:sp>
            <p:nvSpPr>
              <p:cNvPr id="23" name="Google Shape;1355;p56">
                <a:extLst>
                  <a:ext uri="{FF2B5EF4-FFF2-40B4-BE49-F238E27FC236}">
                    <a16:creationId xmlns:a16="http://schemas.microsoft.com/office/drawing/2014/main" id="{96E5B592-4EAC-0D0B-2BD3-CE441FB9740C}"/>
                  </a:ext>
                </a:extLst>
              </p:cNvPr>
              <p:cNvSpPr/>
              <p:nvPr/>
            </p:nvSpPr>
            <p:spPr>
              <a:xfrm>
                <a:off x="3505000" y="5950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24" name="Google Shape;1356;p56">
                <a:extLst>
                  <a:ext uri="{FF2B5EF4-FFF2-40B4-BE49-F238E27FC236}">
                    <a16:creationId xmlns:a16="http://schemas.microsoft.com/office/drawing/2014/main" id="{C299CF4D-5152-5F0A-7EB7-05DA4CBFF826}"/>
                  </a:ext>
                </a:extLst>
              </p:cNvPr>
              <p:cNvSpPr/>
              <p:nvPr/>
            </p:nvSpPr>
            <p:spPr>
              <a:xfrm>
                <a:off x="3505000" y="10233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25" name="Google Shape;1357;p56">
                <a:extLst>
                  <a:ext uri="{FF2B5EF4-FFF2-40B4-BE49-F238E27FC236}">
                    <a16:creationId xmlns:a16="http://schemas.microsoft.com/office/drawing/2014/main" id="{27EFF3D8-8040-E81B-B923-E700A628A21C}"/>
                  </a:ext>
                </a:extLst>
              </p:cNvPr>
              <p:cNvSpPr/>
              <p:nvPr/>
            </p:nvSpPr>
            <p:spPr>
              <a:xfrm>
                <a:off x="3505000" y="14516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grpSp>
          <p:nvGrpSpPr>
            <p:cNvPr id="11" name="Google Shape;1358;p56">
              <a:extLst>
                <a:ext uri="{FF2B5EF4-FFF2-40B4-BE49-F238E27FC236}">
                  <a16:creationId xmlns:a16="http://schemas.microsoft.com/office/drawing/2014/main" id="{0BFADD78-EEB6-AEF8-6AC7-F971A29141D5}"/>
                </a:ext>
              </a:extLst>
            </p:cNvPr>
            <p:cNvGrpSpPr/>
            <p:nvPr/>
          </p:nvGrpSpPr>
          <p:grpSpPr>
            <a:xfrm>
              <a:off x="3928475" y="2578075"/>
              <a:ext cx="232500" cy="1089100"/>
              <a:chOff x="3505000" y="595000"/>
              <a:chExt cx="232500" cy="1089100"/>
            </a:xfrm>
          </p:grpSpPr>
          <p:sp>
            <p:nvSpPr>
              <p:cNvPr id="20" name="Google Shape;1359;p56">
                <a:extLst>
                  <a:ext uri="{FF2B5EF4-FFF2-40B4-BE49-F238E27FC236}">
                    <a16:creationId xmlns:a16="http://schemas.microsoft.com/office/drawing/2014/main" id="{AAD4AF6B-64CC-9756-D5FE-348708B5D910}"/>
                  </a:ext>
                </a:extLst>
              </p:cNvPr>
              <p:cNvSpPr/>
              <p:nvPr/>
            </p:nvSpPr>
            <p:spPr>
              <a:xfrm>
                <a:off x="3505000" y="5950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21" name="Google Shape;1360;p56">
                <a:extLst>
                  <a:ext uri="{FF2B5EF4-FFF2-40B4-BE49-F238E27FC236}">
                    <a16:creationId xmlns:a16="http://schemas.microsoft.com/office/drawing/2014/main" id="{1DE3DD8A-58E7-E2CA-9B9C-DBA500294353}"/>
                  </a:ext>
                </a:extLst>
              </p:cNvPr>
              <p:cNvSpPr/>
              <p:nvPr/>
            </p:nvSpPr>
            <p:spPr>
              <a:xfrm>
                <a:off x="3505000" y="10233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22" name="Google Shape;1361;p56">
                <a:extLst>
                  <a:ext uri="{FF2B5EF4-FFF2-40B4-BE49-F238E27FC236}">
                    <a16:creationId xmlns:a16="http://schemas.microsoft.com/office/drawing/2014/main" id="{875FB30A-40CF-8C15-747F-D688D6051D36}"/>
                  </a:ext>
                </a:extLst>
              </p:cNvPr>
              <p:cNvSpPr/>
              <p:nvPr/>
            </p:nvSpPr>
            <p:spPr>
              <a:xfrm>
                <a:off x="3505000" y="14516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grpSp>
          <p:nvGrpSpPr>
            <p:cNvPr id="12" name="Google Shape;1362;p56">
              <a:extLst>
                <a:ext uri="{FF2B5EF4-FFF2-40B4-BE49-F238E27FC236}">
                  <a16:creationId xmlns:a16="http://schemas.microsoft.com/office/drawing/2014/main" id="{F8516D06-F9F7-D760-0255-F75CFCECA1EE}"/>
                </a:ext>
              </a:extLst>
            </p:cNvPr>
            <p:cNvGrpSpPr/>
            <p:nvPr/>
          </p:nvGrpSpPr>
          <p:grpSpPr>
            <a:xfrm>
              <a:off x="4395050" y="2578075"/>
              <a:ext cx="232500" cy="1089100"/>
              <a:chOff x="3505000" y="595000"/>
              <a:chExt cx="232500" cy="1089100"/>
            </a:xfrm>
          </p:grpSpPr>
          <p:sp>
            <p:nvSpPr>
              <p:cNvPr id="17" name="Google Shape;1363;p56">
                <a:extLst>
                  <a:ext uri="{FF2B5EF4-FFF2-40B4-BE49-F238E27FC236}">
                    <a16:creationId xmlns:a16="http://schemas.microsoft.com/office/drawing/2014/main" id="{10DDF56D-A96A-1171-5A6E-A17E239D20C6}"/>
                  </a:ext>
                </a:extLst>
              </p:cNvPr>
              <p:cNvSpPr/>
              <p:nvPr/>
            </p:nvSpPr>
            <p:spPr>
              <a:xfrm>
                <a:off x="3505000" y="5950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18" name="Google Shape;1364;p56">
                <a:extLst>
                  <a:ext uri="{FF2B5EF4-FFF2-40B4-BE49-F238E27FC236}">
                    <a16:creationId xmlns:a16="http://schemas.microsoft.com/office/drawing/2014/main" id="{AC17433D-A2D9-4B2D-7B3E-852627D48413}"/>
                  </a:ext>
                </a:extLst>
              </p:cNvPr>
              <p:cNvSpPr/>
              <p:nvPr/>
            </p:nvSpPr>
            <p:spPr>
              <a:xfrm>
                <a:off x="3505000" y="10233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19" name="Google Shape;1365;p56">
                <a:extLst>
                  <a:ext uri="{FF2B5EF4-FFF2-40B4-BE49-F238E27FC236}">
                    <a16:creationId xmlns:a16="http://schemas.microsoft.com/office/drawing/2014/main" id="{593F5B66-238F-31FE-05BE-D54956A1185D}"/>
                  </a:ext>
                </a:extLst>
              </p:cNvPr>
              <p:cNvSpPr/>
              <p:nvPr/>
            </p:nvSpPr>
            <p:spPr>
              <a:xfrm>
                <a:off x="3505000" y="14516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grpSp>
          <p:nvGrpSpPr>
            <p:cNvPr id="13" name="Google Shape;1366;p56">
              <a:extLst>
                <a:ext uri="{FF2B5EF4-FFF2-40B4-BE49-F238E27FC236}">
                  <a16:creationId xmlns:a16="http://schemas.microsoft.com/office/drawing/2014/main" id="{08AA2491-23DE-1181-1106-F19800AD41F8}"/>
                </a:ext>
              </a:extLst>
            </p:cNvPr>
            <p:cNvGrpSpPr/>
            <p:nvPr/>
          </p:nvGrpSpPr>
          <p:grpSpPr>
            <a:xfrm>
              <a:off x="4818525" y="2578075"/>
              <a:ext cx="232500" cy="1089100"/>
              <a:chOff x="3505000" y="595000"/>
              <a:chExt cx="232500" cy="1089100"/>
            </a:xfrm>
          </p:grpSpPr>
          <p:sp>
            <p:nvSpPr>
              <p:cNvPr id="14" name="Google Shape;1367;p56">
                <a:extLst>
                  <a:ext uri="{FF2B5EF4-FFF2-40B4-BE49-F238E27FC236}">
                    <a16:creationId xmlns:a16="http://schemas.microsoft.com/office/drawing/2014/main" id="{AD19FAF0-984A-AB7D-9866-16C2B2889BA0}"/>
                  </a:ext>
                </a:extLst>
              </p:cNvPr>
              <p:cNvSpPr/>
              <p:nvPr/>
            </p:nvSpPr>
            <p:spPr>
              <a:xfrm>
                <a:off x="3505000" y="5950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15" name="Google Shape;1368;p56">
                <a:extLst>
                  <a:ext uri="{FF2B5EF4-FFF2-40B4-BE49-F238E27FC236}">
                    <a16:creationId xmlns:a16="http://schemas.microsoft.com/office/drawing/2014/main" id="{047B8968-C2A6-C2BD-4375-A31FD6B3F472}"/>
                  </a:ext>
                </a:extLst>
              </p:cNvPr>
              <p:cNvSpPr/>
              <p:nvPr/>
            </p:nvSpPr>
            <p:spPr>
              <a:xfrm>
                <a:off x="3505000" y="10233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sp>
            <p:nvSpPr>
              <p:cNvPr id="16" name="Google Shape;1369;p56">
                <a:extLst>
                  <a:ext uri="{FF2B5EF4-FFF2-40B4-BE49-F238E27FC236}">
                    <a16:creationId xmlns:a16="http://schemas.microsoft.com/office/drawing/2014/main" id="{86034CDE-61C6-3FBA-8B83-3A03E360FC57}"/>
                  </a:ext>
                </a:extLst>
              </p:cNvPr>
              <p:cNvSpPr/>
              <p:nvPr/>
            </p:nvSpPr>
            <p:spPr>
              <a:xfrm>
                <a:off x="3505000" y="1451600"/>
                <a:ext cx="232500" cy="232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rial" panose="020B0604020202020204" pitchFamily="34" charset="0"/>
                  <a:ea typeface="Public Sans"/>
                  <a:cs typeface="Arial" panose="020B0604020202020204" pitchFamily="34" charset="0"/>
                  <a:sym typeface="Public Sans"/>
                </a:endParaRPr>
              </a:p>
            </p:txBody>
          </p:sp>
        </p:grpSp>
      </p:grpSp>
    </p:spTree>
    <p:extLst>
      <p:ext uri="{BB962C8B-B14F-4D97-AF65-F5344CB8AC3E}">
        <p14:creationId xmlns:p14="http://schemas.microsoft.com/office/powerpoint/2010/main" val="1970203279"/>
      </p:ext>
    </p:extLst>
  </p:cSld>
  <p:clrMapOvr>
    <a:masterClrMapping/>
  </p:clrMapOvr>
</p:sld>
</file>

<file path=ppt/theme/theme1.xml><?xml version="1.0" encoding="utf-8"?>
<a:theme xmlns:a="http://schemas.openxmlformats.org/drawingml/2006/main" name="Motorcycle Training Academy by Slidesgo">
  <a:themeElements>
    <a:clrScheme name="Simple Light">
      <a:dk1>
        <a:srgbClr val="000000"/>
      </a:dk1>
      <a:lt1>
        <a:srgbClr val="722327"/>
      </a:lt1>
      <a:dk2>
        <a:srgbClr val="F9EB12"/>
      </a:dk2>
      <a:lt2>
        <a:srgbClr val="FFFFF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163</TotalTime>
  <Words>1420</Words>
  <Application>Microsoft Office PowerPoint</Application>
  <PresentationFormat>On-screen Show (16:9)</PresentationFormat>
  <Paragraphs>144</Paragraphs>
  <Slides>21</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Public Sans</vt:lpstr>
      <vt:lpstr>Times New Roman</vt:lpstr>
      <vt:lpstr>Wingdings</vt:lpstr>
      <vt:lpstr>DM Sans</vt:lpstr>
      <vt:lpstr>Anton</vt:lpstr>
      <vt:lpstr>Arial</vt:lpstr>
      <vt:lpstr>Motorcycle Training Academy by Slidesgo</vt:lpstr>
      <vt:lpstr>Báo cáo đồ án:  App quản lí bán xe gắn máy</vt:lpstr>
      <vt:lpstr>Thành viên nhóm</vt:lpstr>
      <vt:lpstr>04</vt:lpstr>
      <vt:lpstr>Giới thiệu  chung</vt:lpstr>
      <vt:lpstr>Giới thiệu chung</vt:lpstr>
      <vt:lpstr>Giới thiệu chung</vt:lpstr>
      <vt:lpstr>PowerPoint Presentation</vt:lpstr>
      <vt:lpstr>Tổng quan đồ án</vt:lpstr>
      <vt:lpstr>Tổng quan đồ án</vt:lpstr>
      <vt:lpstr>Cơ sở lý thuyết và kiến trúc hệ thống</vt:lpstr>
      <vt:lpstr>Cơ sở lý thuyết</vt:lpstr>
      <vt:lpstr>Phân quyền và chức năng hệ thống MotoShop </vt:lpstr>
      <vt:lpstr>Quyền và luồng truy cập</vt:lpstr>
      <vt:lpstr>Quyền và luồng truy cập</vt:lpstr>
      <vt:lpstr>Kiến trúc hệ thống</vt:lpstr>
      <vt:lpstr>Kiến trúc hệ thống</vt:lpstr>
      <vt:lpstr>PowerPoint Presentation</vt:lpstr>
      <vt:lpstr>Demo và  tổng kết</vt:lpstr>
      <vt:lpstr>Tổng kết</vt:lpstr>
      <vt:lpstr>Chạy Demo</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ĐẶNG BẢO THỊNH</cp:lastModifiedBy>
  <cp:revision>14</cp:revision>
  <dcterms:modified xsi:type="dcterms:W3CDTF">2026-05-11T16:47:09Z</dcterms:modified>
</cp:coreProperties>
</file>